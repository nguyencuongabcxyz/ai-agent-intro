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11.svg" ContentType="image/svg+xml"/>
  <Override PartName="/ppt/media/image18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  <p:sldId id="299" r:id="rId67"/>
    <p:sldId id="300" r:id="rId68"/>
  </p:sldIdLst>
  <p:sldSz cx="12192000" cy="6858000"/>
  <p:notesSz cx="7104063" cy="10234613"/>
  <p:embeddedFontLst>
    <p:embeddedFont>
      <p:font typeface="Roboto Condensed" panose="02000000000000000000" pitchFamily="2" charset="0"/>
      <p:regular r:id="rId10"/>
      <p:bold r:id="rId11"/>
      <p:italic r:id="rId12"/>
      <p:boldItalic r:id="rId13"/>
    </p:embeddedFont>
    <p:embeddedFont>
      <p:font typeface="Roboto Condensed Black" panose="02000000000000000000" pitchFamily="2" charset="0"/>
      <p:bold r:id="rId14"/>
      <p:italic r:id="rId15"/>
      <p:boldItalic r:id="rId16"/>
    </p:embeddedFont>
    <p:embeddedFont>
      <p:font typeface="Roboto Condensed regular" panose="02000000000000000000" pitchFamily="2" charset="0"/>
      <p:regular r:id="rId17"/>
    </p:embeddedFont>
    <p:embeddedFont>
      <p:font typeface="Roboto Condensed SemiBold" panose="02000000000000000000" pitchFamily="2" charset="0"/>
      <p:regular r:id="rId18"/>
      <p:bold r:id="rId19"/>
      <p:italic r:id="rId20"/>
      <p:boldItalic r:id="rId21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6D2786-30A8-4B8C-BE90-7631D26B8172}">
          <p14:sldIdLst>
            <p14:sldId id="354"/>
            <p14:sldId id="355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57E7AE-242E-538C-A9BB-4D3B65CC63A0}" name="Monique Klooster" initials="MK" userId="S::monique.klooster@sioux.eu::76f0f025-ef14-4318-901c-1ec81685c7b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4A03"/>
    <a:srgbClr val="E5E5E5"/>
    <a:srgbClr val="D4DADE"/>
    <a:srgbClr val="CAD2D6"/>
    <a:srgbClr val="D0D7DA"/>
    <a:srgbClr val="D0D6DA"/>
    <a:srgbClr val="B1BFC9"/>
    <a:srgbClr val="C8D0D5"/>
    <a:srgbClr val="E8BD00"/>
    <a:srgbClr val="D5D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17" d="100"/>
          <a:sy n="117" d="100"/>
        </p:scale>
        <p:origin x="848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996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Relationship Id="rId42" Type="http://schemas.openxmlformats.org/officeDocument/2006/relationships/slide" Target="slides/slide19.xml"/><Relationship Id="rId43" Type="http://schemas.openxmlformats.org/officeDocument/2006/relationships/slide" Target="slides/slide20.xml"/><Relationship Id="rId44" Type="http://schemas.openxmlformats.org/officeDocument/2006/relationships/slide" Target="slides/slide21.xml"/><Relationship Id="rId45" Type="http://schemas.openxmlformats.org/officeDocument/2006/relationships/slide" Target="slides/slide22.xml"/><Relationship Id="rId46" Type="http://schemas.openxmlformats.org/officeDocument/2006/relationships/slide" Target="slides/slide23.xml"/><Relationship Id="rId47" Type="http://schemas.openxmlformats.org/officeDocument/2006/relationships/slide" Target="slides/slide24.xml"/><Relationship Id="rId48" Type="http://schemas.openxmlformats.org/officeDocument/2006/relationships/slide" Target="slides/slide25.xml"/><Relationship Id="rId49" Type="http://schemas.openxmlformats.org/officeDocument/2006/relationships/slide" Target="slides/slide26.xml"/><Relationship Id="rId50" Type="http://schemas.openxmlformats.org/officeDocument/2006/relationships/slide" Target="slides/slide27.xml"/><Relationship Id="rId51" Type="http://schemas.openxmlformats.org/officeDocument/2006/relationships/slide" Target="slides/slide28.xml"/><Relationship Id="rId52" Type="http://schemas.openxmlformats.org/officeDocument/2006/relationships/slide" Target="slides/slide29.xml"/><Relationship Id="rId53" Type="http://schemas.openxmlformats.org/officeDocument/2006/relationships/slide" Target="slides/slide30.xml"/><Relationship Id="rId54" Type="http://schemas.openxmlformats.org/officeDocument/2006/relationships/slide" Target="slides/slide31.xml"/><Relationship Id="rId55" Type="http://schemas.openxmlformats.org/officeDocument/2006/relationships/slide" Target="slides/slide32.xml"/><Relationship Id="rId56" Type="http://schemas.openxmlformats.org/officeDocument/2006/relationships/slide" Target="slides/slide33.xml"/><Relationship Id="rId57" Type="http://schemas.openxmlformats.org/officeDocument/2006/relationships/slide" Target="slides/slide34.xml"/><Relationship Id="rId58" Type="http://schemas.openxmlformats.org/officeDocument/2006/relationships/slide" Target="slides/slide35.xml"/><Relationship Id="rId59" Type="http://schemas.openxmlformats.org/officeDocument/2006/relationships/slide" Target="slides/slide36.xml"/><Relationship Id="rId60" Type="http://schemas.openxmlformats.org/officeDocument/2006/relationships/slide" Target="slides/slide37.xml"/><Relationship Id="rId61" Type="http://schemas.openxmlformats.org/officeDocument/2006/relationships/slide" Target="slides/slide38.xml"/><Relationship Id="rId62" Type="http://schemas.openxmlformats.org/officeDocument/2006/relationships/slide" Target="slides/slide39.xml"/><Relationship Id="rId63" Type="http://schemas.openxmlformats.org/officeDocument/2006/relationships/slide" Target="slides/slide40.xml"/><Relationship Id="rId64" Type="http://schemas.openxmlformats.org/officeDocument/2006/relationships/slide" Target="slides/slide41.xml"/><Relationship Id="rId65" Type="http://schemas.openxmlformats.org/officeDocument/2006/relationships/slide" Target="slides/slide42.xml"/><Relationship Id="rId66" Type="http://schemas.openxmlformats.org/officeDocument/2006/relationships/slide" Target="slides/slide43.xml"/><Relationship Id="rId67" Type="http://schemas.openxmlformats.org/officeDocument/2006/relationships/slide" Target="slides/slide44.xml"/><Relationship Id="rId68" Type="http://schemas.openxmlformats.org/officeDocument/2006/relationships/slide" Target="slides/slide4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1.png"/><Relationship Id="rId3" Type="http://schemas.openxmlformats.org/officeDocument/2006/relationships/image" Target="../media/image30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6">
            <a:extLst>
              <a:ext uri="{FF2B5EF4-FFF2-40B4-BE49-F238E27FC236}">
                <a16:creationId xmlns:a16="http://schemas.microsoft.com/office/drawing/2014/main" id="{1DA7D12D-973A-5C9A-5AB2-0E7C5FDE9E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774" y="303675"/>
            <a:ext cx="1269983" cy="478249"/>
          </a:xfrm>
          <a:prstGeom prst="rect">
            <a:avLst/>
          </a:prstGeom>
        </p:spPr>
      </p:pic>
      <p:sp>
        <p:nvSpPr>
          <p:cNvPr id="8" name="Tijdelijke aanduiding voor voettekst 1">
            <a:extLst>
              <a:ext uri="{FF2B5EF4-FFF2-40B4-BE49-F238E27FC236}">
                <a16:creationId xmlns:a16="http://schemas.microsoft.com/office/drawing/2014/main" id="{48D16D48-0ABC-B865-065E-0F72CE2837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30467" y="9262075"/>
            <a:ext cx="3160559" cy="428473"/>
          </a:xfrm>
          <a:prstGeom prst="rect">
            <a:avLst/>
          </a:prstGeom>
        </p:spPr>
        <p:txBody>
          <a:bodyPr vert="horz" lIns="103509" tIns="51756" rIns="103509" bIns="51756" rtlCol="0" anchor="b"/>
          <a:lstStyle>
            <a:lvl1pPr algn="l">
              <a:defRPr sz="1400"/>
            </a:lvl1pPr>
          </a:lstStyle>
          <a:p>
            <a:r>
              <a:rPr lang="nl-NL" sz="1300">
                <a:latin typeface="Arial" panose="020B0604020202020204" pitchFamily="34" charset="0"/>
                <a:cs typeface="Arial" panose="020B0604020202020204" pitchFamily="34" charset="0"/>
              </a:rPr>
              <a:t>www.sioux.eu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73E8EC-8C5F-DA5C-BF1C-838CAD269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06" y="9901573"/>
            <a:ext cx="6105054" cy="26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709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0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723309C-146A-4776-A5A2-9B41696BFEE0}" type="datetimeFigureOut">
              <a:rPr lang="nl-NL" smtClean="0"/>
              <a:t>27-01-2026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164BE2A-CE90-4593-81A4-7D6A59D3F811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148678-12F1-ED58-6A09-544466E2A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69" y="4430924"/>
            <a:ext cx="5174126" cy="22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1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2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6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15FFC1-0364-B4C0-84AB-338F9BCE37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500" dirty="0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A0B9527B-B980-B0BE-8362-AED38AF0F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810" y="5263998"/>
            <a:ext cx="3004126" cy="258762"/>
          </a:xfrm>
        </p:spPr>
        <p:txBody>
          <a:bodyPr lIns="0">
            <a:noAutofit/>
          </a:bodyPr>
          <a:lstStyle>
            <a:lvl1pPr marL="0" indent="0">
              <a:buNone/>
              <a:defRPr sz="1500" b="0" cap="all" baseline="0">
                <a:solidFill>
                  <a:schemeClr val="bg1"/>
                </a:solidFill>
                <a:latin typeface="+mj-lt"/>
                <a:ea typeface="Roboto Condensed Medium" panose="02000000000000000000" pitchFamily="2" charset="0"/>
              </a:defRPr>
            </a:lvl1pPr>
          </a:lstStyle>
          <a:p>
            <a:pPr lvl="0"/>
            <a:r>
              <a:rPr lang="en-US" dirty="0"/>
              <a:t>DATE</a:t>
            </a:r>
            <a:endParaRPr lang="nl-NL" dirty="0"/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A470836C-9900-059E-03C5-A538DBCF623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12190" y="4892189"/>
            <a:ext cx="300174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500" b="1" cap="all" baseline="0">
                <a:solidFill>
                  <a:srgbClr val="F04A03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  <a:endParaRPr lang="nl-NL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AF27C6-253A-9057-54DA-787A04EF723B}"/>
              </a:ext>
            </a:extLst>
          </p:cNvPr>
          <p:cNvGrpSpPr/>
          <p:nvPr userDrawn="1"/>
        </p:nvGrpSpPr>
        <p:grpSpPr>
          <a:xfrm>
            <a:off x="632400" y="4957778"/>
            <a:ext cx="86400" cy="143405"/>
            <a:chOff x="704853" y="5098732"/>
            <a:chExt cx="86400" cy="14340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D553E1-D650-46AE-6A23-A6C5E5EB820E}"/>
                </a:ext>
              </a:extLst>
            </p:cNvPr>
            <p:cNvSpPr/>
            <p:nvPr/>
          </p:nvSpPr>
          <p:spPr>
            <a:xfrm>
              <a:off x="704853" y="50987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52B535-04D1-CD09-6E0A-0B9E6D267901}"/>
                </a:ext>
              </a:extLst>
            </p:cNvPr>
            <p:cNvSpPr/>
            <p:nvPr/>
          </p:nvSpPr>
          <p:spPr>
            <a:xfrm>
              <a:off x="733653" y="51275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CD7F02-C096-BE87-254D-40ABB619BB1E}"/>
                </a:ext>
              </a:extLst>
            </p:cNvPr>
            <p:cNvSpPr/>
            <p:nvPr/>
          </p:nvSpPr>
          <p:spPr>
            <a:xfrm>
              <a:off x="762453" y="5155955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87DD20-494E-06F7-9040-E92180658B6F}"/>
                </a:ext>
              </a:extLst>
            </p:cNvPr>
            <p:cNvSpPr/>
            <p:nvPr/>
          </p:nvSpPr>
          <p:spPr>
            <a:xfrm>
              <a:off x="733653" y="5184646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4F450A-45B7-29CA-6A82-65063F5F7983}"/>
                </a:ext>
              </a:extLst>
            </p:cNvPr>
            <p:cNvSpPr/>
            <p:nvPr/>
          </p:nvSpPr>
          <p:spPr>
            <a:xfrm>
              <a:off x="704853" y="5213337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13A8A2-CEE4-5B71-67A2-304EBB7C4280}"/>
              </a:ext>
            </a:extLst>
          </p:cNvPr>
          <p:cNvGrpSpPr/>
          <p:nvPr userDrawn="1"/>
        </p:nvGrpSpPr>
        <p:grpSpPr>
          <a:xfrm>
            <a:off x="632400" y="5324251"/>
            <a:ext cx="86400" cy="143405"/>
            <a:chOff x="704853" y="5098732"/>
            <a:chExt cx="86400" cy="14340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49AA38-3933-C5BA-B009-875F5CF8C0B5}"/>
                </a:ext>
              </a:extLst>
            </p:cNvPr>
            <p:cNvSpPr/>
            <p:nvPr/>
          </p:nvSpPr>
          <p:spPr>
            <a:xfrm>
              <a:off x="704853" y="50987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AD182FF-6C5B-4DAE-DDC3-6F340194BFA1}"/>
                </a:ext>
              </a:extLst>
            </p:cNvPr>
            <p:cNvSpPr/>
            <p:nvPr/>
          </p:nvSpPr>
          <p:spPr>
            <a:xfrm>
              <a:off x="733653" y="51275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E4C960-7896-D9E2-45C8-F10DC2692502}"/>
                </a:ext>
              </a:extLst>
            </p:cNvPr>
            <p:cNvSpPr/>
            <p:nvPr/>
          </p:nvSpPr>
          <p:spPr>
            <a:xfrm>
              <a:off x="762453" y="5155955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5F5E3B-BE4B-FA2A-828D-A89D05FC6ECD}"/>
                </a:ext>
              </a:extLst>
            </p:cNvPr>
            <p:cNvSpPr/>
            <p:nvPr/>
          </p:nvSpPr>
          <p:spPr>
            <a:xfrm>
              <a:off x="733653" y="5184646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E3B2DAD-0748-7DD1-F53D-05EFF9232699}"/>
                </a:ext>
              </a:extLst>
            </p:cNvPr>
            <p:cNvSpPr/>
            <p:nvPr/>
          </p:nvSpPr>
          <p:spPr>
            <a:xfrm>
              <a:off x="704853" y="5213337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760780B-AC61-D510-231B-74E27FF620FD}"/>
              </a:ext>
            </a:extLst>
          </p:cNvPr>
          <p:cNvSpPr/>
          <p:nvPr userDrawn="1"/>
        </p:nvSpPr>
        <p:spPr>
          <a:xfrm>
            <a:off x="12822558" y="0"/>
            <a:ext cx="2576346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312D3-BE95-9124-161B-F32B633E7119}"/>
              </a:ext>
            </a:extLst>
          </p:cNvPr>
          <p:cNvSpPr txBox="1"/>
          <p:nvPr userDrawn="1"/>
        </p:nvSpPr>
        <p:spPr>
          <a:xfrm>
            <a:off x="13103421" y="182007"/>
            <a:ext cx="178101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/>
              <a:t>To replace image:</a:t>
            </a:r>
          </a:p>
          <a:p>
            <a:r>
              <a:rPr lang="en-US" sz="1600"/>
              <a:t>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E6D0F-B929-53B7-5386-995DA903B876}"/>
              </a:ext>
            </a:extLst>
          </p:cNvPr>
          <p:cNvSpPr txBox="1"/>
          <p:nvPr userDrawn="1"/>
        </p:nvSpPr>
        <p:spPr>
          <a:xfrm>
            <a:off x="13103420" y="852780"/>
            <a:ext cx="1184940" cy="3539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Just delete the image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Add another one.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6EAADD5-6D79-791B-A9E8-098CA3F375B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4692073" y="0"/>
            <a:ext cx="7499928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6DB463-FC66-379F-F97C-1654496FB05D}"/>
              </a:ext>
            </a:extLst>
          </p:cNvPr>
          <p:cNvSpPr txBox="1"/>
          <p:nvPr userDrawn="1"/>
        </p:nvSpPr>
        <p:spPr>
          <a:xfrm>
            <a:off x="630558" y="2461929"/>
            <a:ext cx="3606161" cy="21729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bg1"/>
                </a:solidFill>
                <a:latin typeface="+mj-lt"/>
              </a:rPr>
              <a:t>WE bring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bg1"/>
                </a:solidFill>
                <a:latin typeface="+mj-lt"/>
              </a:rPr>
              <a:t>High-tech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bg1"/>
                </a:solidFill>
                <a:latin typeface="+mj-lt"/>
              </a:rPr>
              <a:t>To </a:t>
            </a:r>
            <a:r>
              <a:rPr lang="en-US" sz="6000" b="1" cap="all" baseline="0" dirty="0">
                <a:solidFill>
                  <a:srgbClr val="F04A03"/>
                </a:solidFill>
                <a:latin typeface="+mj-lt"/>
              </a:rPr>
              <a:t>life</a:t>
            </a:r>
            <a:endParaRPr lang="en-GB" sz="6000" b="1" cap="all" baseline="0" dirty="0">
              <a:solidFill>
                <a:srgbClr val="F04A03"/>
              </a:solidFill>
              <a:latin typeface="+mj-l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114FA0F-3CB9-5CDD-F53D-09DED08AC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647" y="4131108"/>
            <a:ext cx="1043976" cy="403054"/>
          </a:xfrm>
          <a:prstGeom prst="rect">
            <a:avLst/>
          </a:prstGeom>
        </p:spPr>
      </p:pic>
      <p:grpSp>
        <p:nvGrpSpPr>
          <p:cNvPr id="53" name="Graphic 39">
            <a:extLst>
              <a:ext uri="{FF2B5EF4-FFF2-40B4-BE49-F238E27FC236}">
                <a16:creationId xmlns:a16="http://schemas.microsoft.com/office/drawing/2014/main" id="{0CBF77CE-E751-1935-2001-107441ED5EF7}"/>
              </a:ext>
            </a:extLst>
          </p:cNvPr>
          <p:cNvGrpSpPr/>
          <p:nvPr userDrawn="1"/>
        </p:nvGrpSpPr>
        <p:grpSpPr>
          <a:xfrm>
            <a:off x="634368" y="1407693"/>
            <a:ext cx="1363977" cy="475106"/>
            <a:chOff x="9534858" y="514284"/>
            <a:chExt cx="2078761" cy="724082"/>
          </a:xfrm>
        </p:grpSpPr>
        <p:grpSp>
          <p:nvGrpSpPr>
            <p:cNvPr id="54" name="Graphic 39">
              <a:extLst>
                <a:ext uri="{FF2B5EF4-FFF2-40B4-BE49-F238E27FC236}">
                  <a16:creationId xmlns:a16="http://schemas.microsoft.com/office/drawing/2014/main" id="{9B13AD2C-C2BA-5535-4EA0-3FC264DB1C5D}"/>
                </a:ext>
              </a:extLst>
            </p:cNvPr>
            <p:cNvGrpSpPr/>
            <p:nvPr/>
          </p:nvGrpSpPr>
          <p:grpSpPr>
            <a:xfrm>
              <a:off x="9534858" y="1121032"/>
              <a:ext cx="1339671" cy="117335"/>
              <a:chOff x="9534858" y="1121032"/>
              <a:chExt cx="1339671" cy="117335"/>
            </a:xfrm>
            <a:solidFill>
              <a:srgbClr val="000000"/>
            </a:solidFill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C2CC073-6F31-CE83-0DC4-7CB68E093B74}"/>
                  </a:ext>
                </a:extLst>
              </p:cNvPr>
              <p:cNvSpPr/>
              <p:nvPr/>
            </p:nvSpPr>
            <p:spPr>
              <a:xfrm>
                <a:off x="9534858" y="1125589"/>
                <a:ext cx="89918" cy="109361"/>
              </a:xfrm>
              <a:custGeom>
                <a:avLst/>
                <a:gdLst>
                  <a:gd name="csX0" fmla="*/ 33008 w 89918"/>
                  <a:gd name="csY0" fmla="*/ 20505 h 109361"/>
                  <a:gd name="csX1" fmla="*/ 0 w 89918"/>
                  <a:gd name="csY1" fmla="*/ 20505 h 109361"/>
                  <a:gd name="csX2" fmla="*/ 0 w 89918"/>
                  <a:gd name="csY2" fmla="*/ 0 h 109361"/>
                  <a:gd name="csX3" fmla="*/ 89919 w 89918"/>
                  <a:gd name="csY3" fmla="*/ 0 h 109361"/>
                  <a:gd name="csX4" fmla="*/ 89919 w 89918"/>
                  <a:gd name="csY4" fmla="*/ 20505 h 109361"/>
                  <a:gd name="csX5" fmla="*/ 56910 w 89918"/>
                  <a:gd name="csY5" fmla="*/ 20505 h 109361"/>
                  <a:gd name="csX6" fmla="*/ 56910 w 89918"/>
                  <a:gd name="csY6" fmla="*/ 109361 h 109361"/>
                  <a:gd name="csX7" fmla="*/ 33008 w 89918"/>
                  <a:gd name="csY7" fmla="*/ 109361 h 109361"/>
                  <a:gd name="csX8" fmla="*/ 33008 w 89918"/>
                  <a:gd name="csY8" fmla="*/ 20505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9918" h="109361">
                    <a:moveTo>
                      <a:pt x="33008" y="20505"/>
                    </a:moveTo>
                    <a:lnTo>
                      <a:pt x="0" y="20505"/>
                    </a:lnTo>
                    <a:lnTo>
                      <a:pt x="0" y="0"/>
                    </a:lnTo>
                    <a:lnTo>
                      <a:pt x="89919" y="0"/>
                    </a:lnTo>
                    <a:lnTo>
                      <a:pt x="89919" y="20505"/>
                    </a:lnTo>
                    <a:lnTo>
                      <a:pt x="56910" y="20505"/>
                    </a:lnTo>
                    <a:lnTo>
                      <a:pt x="56910" y="109361"/>
                    </a:lnTo>
                    <a:lnTo>
                      <a:pt x="33008" y="109361"/>
                    </a:lnTo>
                    <a:lnTo>
                      <a:pt x="33008" y="20505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341ACD3-1FB1-70B7-B5CF-B359DA8652CD}"/>
                  </a:ext>
                </a:extLst>
              </p:cNvPr>
              <p:cNvSpPr/>
              <p:nvPr/>
            </p:nvSpPr>
            <p:spPr>
              <a:xfrm>
                <a:off x="9650955" y="1125589"/>
                <a:ext cx="83089" cy="110500"/>
              </a:xfrm>
              <a:custGeom>
                <a:avLst/>
                <a:gdLst>
                  <a:gd name="csX0" fmla="*/ 0 w 83089"/>
                  <a:gd name="csY0" fmla="*/ 0 h 110500"/>
                  <a:gd name="csX1" fmla="*/ 81951 w 83089"/>
                  <a:gd name="csY1" fmla="*/ 0 h 110500"/>
                  <a:gd name="csX2" fmla="*/ 81951 w 83089"/>
                  <a:gd name="csY2" fmla="*/ 20505 h 110500"/>
                  <a:gd name="csX3" fmla="*/ 23902 w 83089"/>
                  <a:gd name="csY3" fmla="*/ 20505 h 110500"/>
                  <a:gd name="csX4" fmla="*/ 23902 w 83089"/>
                  <a:gd name="csY4" fmla="*/ 44428 h 110500"/>
                  <a:gd name="csX5" fmla="*/ 77398 w 83089"/>
                  <a:gd name="csY5" fmla="*/ 44428 h 110500"/>
                  <a:gd name="csX6" fmla="*/ 77398 w 83089"/>
                  <a:gd name="csY6" fmla="*/ 62655 h 110500"/>
                  <a:gd name="csX7" fmla="*/ 23902 w 83089"/>
                  <a:gd name="csY7" fmla="*/ 62655 h 110500"/>
                  <a:gd name="csX8" fmla="*/ 23902 w 83089"/>
                  <a:gd name="csY8" fmla="*/ 89995 h 110500"/>
                  <a:gd name="csX9" fmla="*/ 83089 w 83089"/>
                  <a:gd name="csY9" fmla="*/ 89995 h 110500"/>
                  <a:gd name="csX10" fmla="*/ 83089 w 83089"/>
                  <a:gd name="csY10" fmla="*/ 110500 h 110500"/>
                  <a:gd name="csX11" fmla="*/ 0 w 83089"/>
                  <a:gd name="csY11" fmla="*/ 110500 h 110500"/>
                  <a:gd name="csX12" fmla="*/ 0 w 83089"/>
                  <a:gd name="csY12" fmla="*/ 0 h 11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3089" h="110500">
                    <a:moveTo>
                      <a:pt x="0" y="0"/>
                    </a:moveTo>
                    <a:lnTo>
                      <a:pt x="81951" y="0"/>
                    </a:lnTo>
                    <a:lnTo>
                      <a:pt x="81951" y="20505"/>
                    </a:lnTo>
                    <a:lnTo>
                      <a:pt x="23902" y="20505"/>
                    </a:lnTo>
                    <a:lnTo>
                      <a:pt x="23902" y="44428"/>
                    </a:lnTo>
                    <a:lnTo>
                      <a:pt x="77398" y="44428"/>
                    </a:lnTo>
                    <a:lnTo>
                      <a:pt x="77398" y="62655"/>
                    </a:lnTo>
                    <a:lnTo>
                      <a:pt x="23902" y="62655"/>
                    </a:lnTo>
                    <a:lnTo>
                      <a:pt x="23902" y="89995"/>
                    </a:lnTo>
                    <a:lnTo>
                      <a:pt x="83089" y="89995"/>
                    </a:lnTo>
                    <a:lnTo>
                      <a:pt x="83089" y="110500"/>
                    </a:lnTo>
                    <a:lnTo>
                      <a:pt x="0" y="11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9D495FD6-2ED3-9804-72F6-9B557D2ADD66}"/>
                  </a:ext>
                </a:extLst>
              </p:cNvPr>
              <p:cNvSpPr/>
              <p:nvPr/>
            </p:nvSpPr>
            <p:spPr>
              <a:xfrm>
                <a:off x="9757947" y="1121032"/>
                <a:ext cx="101300" cy="115056"/>
              </a:xfrm>
              <a:custGeom>
                <a:avLst/>
                <a:gdLst>
                  <a:gd name="csX0" fmla="*/ 77398 w 101300"/>
                  <a:gd name="csY0" fmla="*/ 41010 h 115056"/>
                  <a:gd name="csX1" fmla="*/ 53496 w 101300"/>
                  <a:gd name="csY1" fmla="*/ 21644 h 115056"/>
                  <a:gd name="csX2" fmla="*/ 23902 w 101300"/>
                  <a:gd name="csY2" fmla="*/ 59237 h 115056"/>
                  <a:gd name="csX3" fmla="*/ 53496 w 101300"/>
                  <a:gd name="csY3" fmla="*/ 95691 h 115056"/>
                  <a:gd name="csX4" fmla="*/ 78536 w 101300"/>
                  <a:gd name="csY4" fmla="*/ 70629 h 115056"/>
                  <a:gd name="csX5" fmla="*/ 101301 w 101300"/>
                  <a:gd name="csY5" fmla="*/ 70629 h 115056"/>
                  <a:gd name="csX6" fmla="*/ 53496 w 101300"/>
                  <a:gd name="csY6" fmla="*/ 115057 h 115056"/>
                  <a:gd name="csX7" fmla="*/ 0 w 101300"/>
                  <a:gd name="csY7" fmla="*/ 58098 h 115056"/>
                  <a:gd name="csX8" fmla="*/ 53496 w 101300"/>
                  <a:gd name="csY8" fmla="*/ 0 h 115056"/>
                  <a:gd name="csX9" fmla="*/ 100162 w 101300"/>
                  <a:gd name="csY9" fmla="*/ 39871 h 115056"/>
                  <a:gd name="csX10" fmla="*/ 77398 w 101300"/>
                  <a:gd name="csY10" fmla="*/ 39871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01300" h="115056">
                    <a:moveTo>
                      <a:pt x="77398" y="41010"/>
                    </a:moveTo>
                    <a:cubicBezTo>
                      <a:pt x="76260" y="29619"/>
                      <a:pt x="64878" y="21644"/>
                      <a:pt x="53496" y="21644"/>
                    </a:cubicBezTo>
                    <a:cubicBezTo>
                      <a:pt x="31870" y="21644"/>
                      <a:pt x="23902" y="39871"/>
                      <a:pt x="23902" y="59237"/>
                    </a:cubicBezTo>
                    <a:cubicBezTo>
                      <a:pt x="23902" y="77464"/>
                      <a:pt x="31870" y="95691"/>
                      <a:pt x="53496" y="95691"/>
                    </a:cubicBezTo>
                    <a:cubicBezTo>
                      <a:pt x="68293" y="95691"/>
                      <a:pt x="76260" y="85438"/>
                      <a:pt x="78536" y="70629"/>
                    </a:cubicBezTo>
                    <a:lnTo>
                      <a:pt x="101301" y="70629"/>
                    </a:lnTo>
                    <a:cubicBezTo>
                      <a:pt x="99024" y="97969"/>
                      <a:pt x="79675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20488" y="0"/>
                      <a:pt x="53496" y="0"/>
                    </a:cubicBezTo>
                    <a:cubicBezTo>
                      <a:pt x="77398" y="0"/>
                      <a:pt x="97886" y="13670"/>
                      <a:pt x="100162" y="39871"/>
                    </a:cubicBezTo>
                    <a:lnTo>
                      <a:pt x="77398" y="39871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1673A0A-8AD7-F8C2-F7EF-10DEA045A6B7}"/>
                  </a:ext>
                </a:extLst>
              </p:cNvPr>
              <p:cNvSpPr/>
              <p:nvPr/>
            </p:nvSpPr>
            <p:spPr>
              <a:xfrm>
                <a:off x="9886564" y="1125589"/>
                <a:ext cx="92194" cy="109361"/>
              </a:xfrm>
              <a:custGeom>
                <a:avLst/>
                <a:gdLst>
                  <a:gd name="csX0" fmla="*/ 0 w 92194"/>
                  <a:gd name="csY0" fmla="*/ 0 h 109361"/>
                  <a:gd name="csX1" fmla="*/ 23902 w 92194"/>
                  <a:gd name="csY1" fmla="*/ 0 h 109361"/>
                  <a:gd name="csX2" fmla="*/ 23902 w 92194"/>
                  <a:gd name="csY2" fmla="*/ 42150 h 109361"/>
                  <a:gd name="csX3" fmla="*/ 68293 w 92194"/>
                  <a:gd name="csY3" fmla="*/ 42150 h 109361"/>
                  <a:gd name="csX4" fmla="*/ 68293 w 92194"/>
                  <a:gd name="csY4" fmla="*/ 0 h 109361"/>
                  <a:gd name="csX5" fmla="*/ 92195 w 92194"/>
                  <a:gd name="csY5" fmla="*/ 0 h 109361"/>
                  <a:gd name="csX6" fmla="*/ 92195 w 92194"/>
                  <a:gd name="csY6" fmla="*/ 109361 h 109361"/>
                  <a:gd name="csX7" fmla="*/ 68293 w 92194"/>
                  <a:gd name="csY7" fmla="*/ 109361 h 109361"/>
                  <a:gd name="csX8" fmla="*/ 68293 w 92194"/>
                  <a:gd name="csY8" fmla="*/ 62655 h 109361"/>
                  <a:gd name="csX9" fmla="*/ 23902 w 92194"/>
                  <a:gd name="csY9" fmla="*/ 62655 h 109361"/>
                  <a:gd name="csX10" fmla="*/ 23902 w 92194"/>
                  <a:gd name="csY10" fmla="*/ 109361 h 109361"/>
                  <a:gd name="csX11" fmla="*/ 0 w 92194"/>
                  <a:gd name="csY11" fmla="*/ 109361 h 109361"/>
                  <a:gd name="csX12" fmla="*/ 0 w 92194"/>
                  <a:gd name="csY12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92194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42150"/>
                    </a:lnTo>
                    <a:lnTo>
                      <a:pt x="68293" y="42150"/>
                    </a:lnTo>
                    <a:lnTo>
                      <a:pt x="68293" y="0"/>
                    </a:lnTo>
                    <a:lnTo>
                      <a:pt x="92195" y="0"/>
                    </a:lnTo>
                    <a:lnTo>
                      <a:pt x="92195" y="109361"/>
                    </a:lnTo>
                    <a:lnTo>
                      <a:pt x="68293" y="109361"/>
                    </a:lnTo>
                    <a:lnTo>
                      <a:pt x="68293" y="62655"/>
                    </a:lnTo>
                    <a:lnTo>
                      <a:pt x="23902" y="62655"/>
                    </a:lnTo>
                    <a:lnTo>
                      <a:pt x="23902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8EE88960-D332-0314-D7D2-37BE862DBB6B}"/>
                  </a:ext>
                </a:extLst>
              </p:cNvPr>
              <p:cNvSpPr/>
              <p:nvPr/>
            </p:nvSpPr>
            <p:spPr>
              <a:xfrm>
                <a:off x="10015182" y="1125589"/>
                <a:ext cx="92194" cy="109361"/>
              </a:xfrm>
              <a:custGeom>
                <a:avLst/>
                <a:gdLst>
                  <a:gd name="csX0" fmla="*/ 0 w 92194"/>
                  <a:gd name="csY0" fmla="*/ 0 h 109361"/>
                  <a:gd name="csX1" fmla="*/ 23902 w 92194"/>
                  <a:gd name="csY1" fmla="*/ 0 h 109361"/>
                  <a:gd name="csX2" fmla="*/ 69431 w 92194"/>
                  <a:gd name="csY2" fmla="*/ 72907 h 109361"/>
                  <a:gd name="csX3" fmla="*/ 69431 w 92194"/>
                  <a:gd name="csY3" fmla="*/ 72907 h 109361"/>
                  <a:gd name="csX4" fmla="*/ 69431 w 92194"/>
                  <a:gd name="csY4" fmla="*/ 0 h 109361"/>
                  <a:gd name="csX5" fmla="*/ 92195 w 92194"/>
                  <a:gd name="csY5" fmla="*/ 0 h 109361"/>
                  <a:gd name="csX6" fmla="*/ 92195 w 92194"/>
                  <a:gd name="csY6" fmla="*/ 109361 h 109361"/>
                  <a:gd name="csX7" fmla="*/ 68293 w 92194"/>
                  <a:gd name="csY7" fmla="*/ 109361 h 109361"/>
                  <a:gd name="csX8" fmla="*/ 22764 w 92194"/>
                  <a:gd name="csY8" fmla="*/ 36454 h 109361"/>
                  <a:gd name="csX9" fmla="*/ 22764 w 92194"/>
                  <a:gd name="csY9" fmla="*/ 36454 h 109361"/>
                  <a:gd name="csX10" fmla="*/ 22764 w 92194"/>
                  <a:gd name="csY10" fmla="*/ 109361 h 109361"/>
                  <a:gd name="csX11" fmla="*/ 0 w 92194"/>
                  <a:gd name="csY11" fmla="*/ 109361 h 109361"/>
                  <a:gd name="csX12" fmla="*/ 0 w 92194"/>
                  <a:gd name="csY12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92194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69431" y="72907"/>
                    </a:lnTo>
                    <a:lnTo>
                      <a:pt x="69431" y="72907"/>
                    </a:lnTo>
                    <a:lnTo>
                      <a:pt x="69431" y="0"/>
                    </a:lnTo>
                    <a:lnTo>
                      <a:pt x="92195" y="0"/>
                    </a:lnTo>
                    <a:lnTo>
                      <a:pt x="92195" y="109361"/>
                    </a:lnTo>
                    <a:lnTo>
                      <a:pt x="68293" y="109361"/>
                    </a:lnTo>
                    <a:lnTo>
                      <a:pt x="22764" y="36454"/>
                    </a:lnTo>
                    <a:lnTo>
                      <a:pt x="22764" y="36454"/>
                    </a:lnTo>
                    <a:lnTo>
                      <a:pt x="22764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718C141A-FDF8-E342-992A-F6586DAD0181}"/>
                  </a:ext>
                </a:extLst>
              </p:cNvPr>
              <p:cNvSpPr/>
              <p:nvPr/>
            </p:nvSpPr>
            <p:spPr>
              <a:xfrm>
                <a:off x="10134694" y="1123310"/>
                <a:ext cx="106991" cy="115056"/>
              </a:xfrm>
              <a:custGeom>
                <a:avLst/>
                <a:gdLst>
                  <a:gd name="csX0" fmla="*/ 53496 w 106991"/>
                  <a:gd name="csY0" fmla="*/ 0 h 115056"/>
                  <a:gd name="csX1" fmla="*/ 106992 w 106991"/>
                  <a:gd name="csY1" fmla="*/ 58098 h 115056"/>
                  <a:gd name="csX2" fmla="*/ 53496 w 106991"/>
                  <a:gd name="csY2" fmla="*/ 115057 h 115056"/>
                  <a:gd name="csX3" fmla="*/ 0 w 106991"/>
                  <a:gd name="csY3" fmla="*/ 58098 h 115056"/>
                  <a:gd name="csX4" fmla="*/ 53496 w 106991"/>
                  <a:gd name="csY4" fmla="*/ 0 h 115056"/>
                  <a:gd name="csX5" fmla="*/ 53496 w 106991"/>
                  <a:gd name="csY5" fmla="*/ 93413 h 115056"/>
                  <a:gd name="csX6" fmla="*/ 83089 w 106991"/>
                  <a:gd name="csY6" fmla="*/ 56959 h 115056"/>
                  <a:gd name="csX7" fmla="*/ 53496 w 106991"/>
                  <a:gd name="csY7" fmla="*/ 19366 h 115056"/>
                  <a:gd name="csX8" fmla="*/ 23902 w 106991"/>
                  <a:gd name="csY8" fmla="*/ 56959 h 115056"/>
                  <a:gd name="csX9" fmla="*/ 53496 w 106991"/>
                  <a:gd name="csY9" fmla="*/ 93413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06991" h="115056">
                    <a:moveTo>
                      <a:pt x="53496" y="0"/>
                    </a:moveTo>
                    <a:cubicBezTo>
                      <a:pt x="87642" y="0"/>
                      <a:pt x="106992" y="25062"/>
                      <a:pt x="106992" y="58098"/>
                    </a:cubicBezTo>
                    <a:cubicBezTo>
                      <a:pt x="106992" y="89995"/>
                      <a:pt x="87642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19350" y="0"/>
                      <a:pt x="53496" y="0"/>
                    </a:cubicBezTo>
                    <a:close/>
                    <a:moveTo>
                      <a:pt x="53496" y="93413"/>
                    </a:moveTo>
                    <a:cubicBezTo>
                      <a:pt x="75122" y="93413"/>
                      <a:pt x="83089" y="75186"/>
                      <a:pt x="83089" y="56959"/>
                    </a:cubicBezTo>
                    <a:cubicBezTo>
                      <a:pt x="83089" y="37593"/>
                      <a:pt x="75122" y="19366"/>
                      <a:pt x="53496" y="19366"/>
                    </a:cubicBezTo>
                    <a:cubicBezTo>
                      <a:pt x="31870" y="19366"/>
                      <a:pt x="23902" y="37593"/>
                      <a:pt x="23902" y="56959"/>
                    </a:cubicBezTo>
                    <a:cubicBezTo>
                      <a:pt x="23902" y="75186"/>
                      <a:pt x="31870" y="93413"/>
                      <a:pt x="53496" y="93413"/>
                    </a:cubicBez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AC309C7-4161-534E-5606-17A70F06299C}"/>
                  </a:ext>
                </a:extLst>
              </p:cNvPr>
              <p:cNvSpPr/>
              <p:nvPr/>
            </p:nvSpPr>
            <p:spPr>
              <a:xfrm>
                <a:off x="10270141" y="1125589"/>
                <a:ext cx="77398" cy="109361"/>
              </a:xfrm>
              <a:custGeom>
                <a:avLst/>
                <a:gdLst>
                  <a:gd name="csX0" fmla="*/ 0 w 77398"/>
                  <a:gd name="csY0" fmla="*/ 0 h 109361"/>
                  <a:gd name="csX1" fmla="*/ 23902 w 77398"/>
                  <a:gd name="csY1" fmla="*/ 0 h 109361"/>
                  <a:gd name="csX2" fmla="*/ 23902 w 77398"/>
                  <a:gd name="csY2" fmla="*/ 88856 h 109361"/>
                  <a:gd name="csX3" fmla="*/ 77398 w 77398"/>
                  <a:gd name="csY3" fmla="*/ 88856 h 109361"/>
                  <a:gd name="csX4" fmla="*/ 77398 w 77398"/>
                  <a:gd name="csY4" fmla="*/ 109361 h 109361"/>
                  <a:gd name="csX5" fmla="*/ 0 w 77398"/>
                  <a:gd name="csY5" fmla="*/ 109361 h 109361"/>
                  <a:gd name="csX6" fmla="*/ 0 w 77398"/>
                  <a:gd name="csY6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7398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88856"/>
                    </a:lnTo>
                    <a:lnTo>
                      <a:pt x="77398" y="88856"/>
                    </a:lnTo>
                    <a:lnTo>
                      <a:pt x="77398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D6C87153-6515-1781-3C8D-FA441BB3DB64}"/>
                  </a:ext>
                </a:extLst>
              </p:cNvPr>
              <p:cNvSpPr/>
              <p:nvPr/>
            </p:nvSpPr>
            <p:spPr>
              <a:xfrm>
                <a:off x="10363429" y="1123310"/>
                <a:ext cx="107036" cy="115056"/>
              </a:xfrm>
              <a:custGeom>
                <a:avLst/>
                <a:gdLst>
                  <a:gd name="csX0" fmla="*/ 53541 w 107036"/>
                  <a:gd name="csY0" fmla="*/ 0 h 115056"/>
                  <a:gd name="csX1" fmla="*/ 107037 w 107036"/>
                  <a:gd name="csY1" fmla="*/ 58098 h 115056"/>
                  <a:gd name="csX2" fmla="*/ 53541 w 107036"/>
                  <a:gd name="csY2" fmla="*/ 115057 h 115056"/>
                  <a:gd name="csX3" fmla="*/ 45 w 107036"/>
                  <a:gd name="csY3" fmla="*/ 58098 h 115056"/>
                  <a:gd name="csX4" fmla="*/ 53541 w 107036"/>
                  <a:gd name="csY4" fmla="*/ 0 h 115056"/>
                  <a:gd name="csX5" fmla="*/ 53541 w 107036"/>
                  <a:gd name="csY5" fmla="*/ 93413 h 115056"/>
                  <a:gd name="csX6" fmla="*/ 83134 w 107036"/>
                  <a:gd name="csY6" fmla="*/ 56959 h 115056"/>
                  <a:gd name="csX7" fmla="*/ 53541 w 107036"/>
                  <a:gd name="csY7" fmla="*/ 19366 h 115056"/>
                  <a:gd name="csX8" fmla="*/ 23947 w 107036"/>
                  <a:gd name="csY8" fmla="*/ 56959 h 115056"/>
                  <a:gd name="csX9" fmla="*/ 53541 w 107036"/>
                  <a:gd name="csY9" fmla="*/ 93413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07036" h="115056">
                    <a:moveTo>
                      <a:pt x="53541" y="0"/>
                    </a:moveTo>
                    <a:cubicBezTo>
                      <a:pt x="87687" y="0"/>
                      <a:pt x="107037" y="25062"/>
                      <a:pt x="107037" y="58098"/>
                    </a:cubicBezTo>
                    <a:cubicBezTo>
                      <a:pt x="107037" y="89995"/>
                      <a:pt x="87687" y="115057"/>
                      <a:pt x="53541" y="115057"/>
                    </a:cubicBezTo>
                    <a:cubicBezTo>
                      <a:pt x="19395" y="115057"/>
                      <a:pt x="45" y="89995"/>
                      <a:pt x="45" y="58098"/>
                    </a:cubicBezTo>
                    <a:cubicBezTo>
                      <a:pt x="-1093" y="25062"/>
                      <a:pt x="19395" y="0"/>
                      <a:pt x="53541" y="0"/>
                    </a:cubicBezTo>
                    <a:close/>
                    <a:moveTo>
                      <a:pt x="53541" y="93413"/>
                    </a:moveTo>
                    <a:cubicBezTo>
                      <a:pt x="75167" y="93413"/>
                      <a:pt x="83134" y="75186"/>
                      <a:pt x="83134" y="56959"/>
                    </a:cubicBezTo>
                    <a:cubicBezTo>
                      <a:pt x="83134" y="37593"/>
                      <a:pt x="75167" y="19366"/>
                      <a:pt x="53541" y="19366"/>
                    </a:cubicBezTo>
                    <a:cubicBezTo>
                      <a:pt x="31915" y="19366"/>
                      <a:pt x="23947" y="37593"/>
                      <a:pt x="23947" y="56959"/>
                    </a:cubicBezTo>
                    <a:cubicBezTo>
                      <a:pt x="23947" y="75186"/>
                      <a:pt x="31915" y="93413"/>
                      <a:pt x="53541" y="93413"/>
                    </a:cubicBez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FA692AD-472B-0942-4106-BED9F6248E33}"/>
                  </a:ext>
                </a:extLst>
              </p:cNvPr>
              <p:cNvSpPr/>
              <p:nvPr/>
            </p:nvSpPr>
            <p:spPr>
              <a:xfrm>
                <a:off x="10492092" y="1122171"/>
                <a:ext cx="101300" cy="115056"/>
              </a:xfrm>
              <a:custGeom>
                <a:avLst/>
                <a:gdLst>
                  <a:gd name="csX0" fmla="*/ 83089 w 101300"/>
                  <a:gd name="csY0" fmla="*/ 100248 h 115056"/>
                  <a:gd name="csX1" fmla="*/ 53496 w 101300"/>
                  <a:gd name="csY1" fmla="*/ 115057 h 115056"/>
                  <a:gd name="csX2" fmla="*/ 0 w 101300"/>
                  <a:gd name="csY2" fmla="*/ 58098 h 115056"/>
                  <a:gd name="csX3" fmla="*/ 53496 w 101300"/>
                  <a:gd name="csY3" fmla="*/ 0 h 115056"/>
                  <a:gd name="csX4" fmla="*/ 99024 w 101300"/>
                  <a:gd name="csY4" fmla="*/ 38732 h 115056"/>
                  <a:gd name="csX5" fmla="*/ 76260 w 101300"/>
                  <a:gd name="csY5" fmla="*/ 38732 h 115056"/>
                  <a:gd name="csX6" fmla="*/ 53496 w 101300"/>
                  <a:gd name="csY6" fmla="*/ 20505 h 115056"/>
                  <a:gd name="csX7" fmla="*/ 23902 w 101300"/>
                  <a:gd name="csY7" fmla="*/ 58098 h 115056"/>
                  <a:gd name="csX8" fmla="*/ 53496 w 101300"/>
                  <a:gd name="csY8" fmla="*/ 94552 h 115056"/>
                  <a:gd name="csX9" fmla="*/ 79675 w 101300"/>
                  <a:gd name="csY9" fmla="*/ 70629 h 115056"/>
                  <a:gd name="csX10" fmla="*/ 55772 w 101300"/>
                  <a:gd name="csY10" fmla="*/ 70629 h 115056"/>
                  <a:gd name="csX11" fmla="*/ 55772 w 101300"/>
                  <a:gd name="csY11" fmla="*/ 52402 h 115056"/>
                  <a:gd name="csX12" fmla="*/ 101301 w 101300"/>
                  <a:gd name="csY12" fmla="*/ 52402 h 115056"/>
                  <a:gd name="csX13" fmla="*/ 101301 w 101300"/>
                  <a:gd name="csY13" fmla="*/ 111639 h 115056"/>
                  <a:gd name="csX14" fmla="*/ 86504 w 101300"/>
                  <a:gd name="csY14" fmla="*/ 111639 h 115056"/>
                  <a:gd name="csX15" fmla="*/ 83089 w 101300"/>
                  <a:gd name="csY15" fmla="*/ 100248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01300" h="115056">
                    <a:moveTo>
                      <a:pt x="83089" y="100248"/>
                    </a:moveTo>
                    <a:cubicBezTo>
                      <a:pt x="75122" y="111639"/>
                      <a:pt x="63740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19350" y="0"/>
                      <a:pt x="53496" y="0"/>
                    </a:cubicBezTo>
                    <a:cubicBezTo>
                      <a:pt x="76260" y="0"/>
                      <a:pt x="96748" y="13670"/>
                      <a:pt x="99024" y="38732"/>
                    </a:cubicBezTo>
                    <a:lnTo>
                      <a:pt x="76260" y="38732"/>
                    </a:lnTo>
                    <a:cubicBezTo>
                      <a:pt x="73984" y="26201"/>
                      <a:pt x="64878" y="20505"/>
                      <a:pt x="53496" y="20505"/>
                    </a:cubicBezTo>
                    <a:cubicBezTo>
                      <a:pt x="31870" y="20505"/>
                      <a:pt x="23902" y="38732"/>
                      <a:pt x="23902" y="58098"/>
                    </a:cubicBezTo>
                    <a:cubicBezTo>
                      <a:pt x="23902" y="76325"/>
                      <a:pt x="31870" y="94552"/>
                      <a:pt x="53496" y="94552"/>
                    </a:cubicBezTo>
                    <a:cubicBezTo>
                      <a:pt x="69431" y="94552"/>
                      <a:pt x="78536" y="86577"/>
                      <a:pt x="79675" y="70629"/>
                    </a:cubicBezTo>
                    <a:lnTo>
                      <a:pt x="55772" y="70629"/>
                    </a:lnTo>
                    <a:lnTo>
                      <a:pt x="55772" y="52402"/>
                    </a:lnTo>
                    <a:lnTo>
                      <a:pt x="101301" y="52402"/>
                    </a:lnTo>
                    <a:lnTo>
                      <a:pt x="101301" y="111639"/>
                    </a:lnTo>
                    <a:lnTo>
                      <a:pt x="86504" y="111639"/>
                    </a:lnTo>
                    <a:lnTo>
                      <a:pt x="83089" y="100248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55FAE366-925F-26D3-819B-E8BFA1E011DB}"/>
                  </a:ext>
                </a:extLst>
              </p:cNvPr>
              <p:cNvSpPr/>
              <p:nvPr/>
            </p:nvSpPr>
            <p:spPr>
              <a:xfrm>
                <a:off x="10622986" y="1125589"/>
                <a:ext cx="23902" cy="109361"/>
              </a:xfrm>
              <a:custGeom>
                <a:avLst/>
                <a:gdLst>
                  <a:gd name="csX0" fmla="*/ 0 w 23902"/>
                  <a:gd name="csY0" fmla="*/ 0 h 109361"/>
                  <a:gd name="csX1" fmla="*/ 23902 w 23902"/>
                  <a:gd name="csY1" fmla="*/ 0 h 109361"/>
                  <a:gd name="csX2" fmla="*/ 23902 w 23902"/>
                  <a:gd name="csY2" fmla="*/ 109361 h 109361"/>
                  <a:gd name="csX3" fmla="*/ 0 w 23902"/>
                  <a:gd name="csY3" fmla="*/ 109361 h 109361"/>
                  <a:gd name="csX4" fmla="*/ 0 w 23902"/>
                  <a:gd name="csY4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3902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EA814B9-ECBE-AA74-67D5-5BD0BD091FB7}"/>
                  </a:ext>
                </a:extLst>
              </p:cNvPr>
              <p:cNvSpPr/>
              <p:nvPr/>
            </p:nvSpPr>
            <p:spPr>
              <a:xfrm>
                <a:off x="10676482" y="1125589"/>
                <a:ext cx="83089" cy="110500"/>
              </a:xfrm>
              <a:custGeom>
                <a:avLst/>
                <a:gdLst>
                  <a:gd name="csX0" fmla="*/ 1138 w 83089"/>
                  <a:gd name="csY0" fmla="*/ 0 h 110500"/>
                  <a:gd name="csX1" fmla="*/ 83089 w 83089"/>
                  <a:gd name="csY1" fmla="*/ 0 h 110500"/>
                  <a:gd name="csX2" fmla="*/ 83089 w 83089"/>
                  <a:gd name="csY2" fmla="*/ 20505 h 110500"/>
                  <a:gd name="csX3" fmla="*/ 25041 w 83089"/>
                  <a:gd name="csY3" fmla="*/ 20505 h 110500"/>
                  <a:gd name="csX4" fmla="*/ 25041 w 83089"/>
                  <a:gd name="csY4" fmla="*/ 44428 h 110500"/>
                  <a:gd name="csX5" fmla="*/ 77398 w 83089"/>
                  <a:gd name="csY5" fmla="*/ 44428 h 110500"/>
                  <a:gd name="csX6" fmla="*/ 77398 w 83089"/>
                  <a:gd name="csY6" fmla="*/ 62655 h 110500"/>
                  <a:gd name="csX7" fmla="*/ 23902 w 83089"/>
                  <a:gd name="csY7" fmla="*/ 62655 h 110500"/>
                  <a:gd name="csX8" fmla="*/ 23902 w 83089"/>
                  <a:gd name="csY8" fmla="*/ 89995 h 110500"/>
                  <a:gd name="csX9" fmla="*/ 83089 w 83089"/>
                  <a:gd name="csY9" fmla="*/ 89995 h 110500"/>
                  <a:gd name="csX10" fmla="*/ 83089 w 83089"/>
                  <a:gd name="csY10" fmla="*/ 110500 h 110500"/>
                  <a:gd name="csX11" fmla="*/ 0 w 83089"/>
                  <a:gd name="csY11" fmla="*/ 110500 h 110500"/>
                  <a:gd name="csX12" fmla="*/ 0 w 83089"/>
                  <a:gd name="csY12" fmla="*/ 0 h 11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3089" h="110500">
                    <a:moveTo>
                      <a:pt x="1138" y="0"/>
                    </a:moveTo>
                    <a:lnTo>
                      <a:pt x="83089" y="0"/>
                    </a:lnTo>
                    <a:lnTo>
                      <a:pt x="83089" y="20505"/>
                    </a:lnTo>
                    <a:lnTo>
                      <a:pt x="25041" y="20505"/>
                    </a:lnTo>
                    <a:lnTo>
                      <a:pt x="25041" y="44428"/>
                    </a:lnTo>
                    <a:lnTo>
                      <a:pt x="77398" y="44428"/>
                    </a:lnTo>
                    <a:lnTo>
                      <a:pt x="77398" y="62655"/>
                    </a:lnTo>
                    <a:lnTo>
                      <a:pt x="23902" y="62655"/>
                    </a:lnTo>
                    <a:lnTo>
                      <a:pt x="23902" y="89995"/>
                    </a:lnTo>
                    <a:lnTo>
                      <a:pt x="83089" y="89995"/>
                    </a:lnTo>
                    <a:lnTo>
                      <a:pt x="83089" y="110500"/>
                    </a:lnTo>
                    <a:lnTo>
                      <a:pt x="0" y="11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2C44200-9AD3-13FE-B53E-448F182B5AE7}"/>
                  </a:ext>
                </a:extLst>
              </p:cNvPr>
              <p:cNvSpPr/>
              <p:nvPr/>
            </p:nvSpPr>
            <p:spPr>
              <a:xfrm>
                <a:off x="10782335" y="1123310"/>
                <a:ext cx="92194" cy="115056"/>
              </a:xfrm>
              <a:custGeom>
                <a:avLst/>
                <a:gdLst>
                  <a:gd name="csX0" fmla="*/ 22764 w 92194"/>
                  <a:gd name="csY0" fmla="*/ 75186 h 115056"/>
                  <a:gd name="csX1" fmla="*/ 46667 w 92194"/>
                  <a:gd name="csY1" fmla="*/ 95691 h 115056"/>
                  <a:gd name="csX2" fmla="*/ 68293 w 92194"/>
                  <a:gd name="csY2" fmla="*/ 82021 h 115056"/>
                  <a:gd name="csX3" fmla="*/ 35284 w 92194"/>
                  <a:gd name="csY3" fmla="*/ 63794 h 115056"/>
                  <a:gd name="csX4" fmla="*/ 2276 w 92194"/>
                  <a:gd name="csY4" fmla="*/ 33036 h 115056"/>
                  <a:gd name="csX5" fmla="*/ 43252 w 92194"/>
                  <a:gd name="csY5" fmla="*/ 0 h 115056"/>
                  <a:gd name="csX6" fmla="*/ 87642 w 92194"/>
                  <a:gd name="csY6" fmla="*/ 35314 h 115056"/>
                  <a:gd name="csX7" fmla="*/ 64878 w 92194"/>
                  <a:gd name="csY7" fmla="*/ 35314 h 115056"/>
                  <a:gd name="csX8" fmla="*/ 43252 w 92194"/>
                  <a:gd name="csY8" fmla="*/ 18227 h 115056"/>
                  <a:gd name="csX9" fmla="*/ 26179 w 92194"/>
                  <a:gd name="csY9" fmla="*/ 30758 h 115056"/>
                  <a:gd name="csX10" fmla="*/ 59187 w 92194"/>
                  <a:gd name="csY10" fmla="*/ 47845 h 115056"/>
                  <a:gd name="csX11" fmla="*/ 92195 w 92194"/>
                  <a:gd name="csY11" fmla="*/ 79742 h 115056"/>
                  <a:gd name="csX12" fmla="*/ 46667 w 92194"/>
                  <a:gd name="csY12" fmla="*/ 115057 h 115056"/>
                  <a:gd name="csX13" fmla="*/ 0 w 92194"/>
                  <a:gd name="csY13" fmla="*/ 76325 h 115056"/>
                  <a:gd name="csX14" fmla="*/ 22764 w 92194"/>
                  <a:gd name="csY14" fmla="*/ 76325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92194" h="115056">
                    <a:moveTo>
                      <a:pt x="22764" y="75186"/>
                    </a:moveTo>
                    <a:cubicBezTo>
                      <a:pt x="22764" y="89995"/>
                      <a:pt x="34146" y="95691"/>
                      <a:pt x="46667" y="95691"/>
                    </a:cubicBezTo>
                    <a:cubicBezTo>
                      <a:pt x="54634" y="95691"/>
                      <a:pt x="68293" y="93413"/>
                      <a:pt x="68293" y="82021"/>
                    </a:cubicBezTo>
                    <a:cubicBezTo>
                      <a:pt x="68293" y="70629"/>
                      <a:pt x="52358" y="68351"/>
                      <a:pt x="35284" y="63794"/>
                    </a:cubicBezTo>
                    <a:cubicBezTo>
                      <a:pt x="19350" y="59237"/>
                      <a:pt x="2276" y="53541"/>
                      <a:pt x="2276" y="33036"/>
                    </a:cubicBezTo>
                    <a:cubicBezTo>
                      <a:pt x="2276" y="10253"/>
                      <a:pt x="23902" y="0"/>
                      <a:pt x="43252" y="0"/>
                    </a:cubicBezTo>
                    <a:cubicBezTo>
                      <a:pt x="66016" y="0"/>
                      <a:pt x="87642" y="10253"/>
                      <a:pt x="87642" y="35314"/>
                    </a:cubicBezTo>
                    <a:lnTo>
                      <a:pt x="64878" y="35314"/>
                    </a:lnTo>
                    <a:cubicBezTo>
                      <a:pt x="63740" y="21644"/>
                      <a:pt x="54634" y="18227"/>
                      <a:pt x="43252" y="18227"/>
                    </a:cubicBezTo>
                    <a:cubicBezTo>
                      <a:pt x="35284" y="18227"/>
                      <a:pt x="26179" y="21644"/>
                      <a:pt x="26179" y="30758"/>
                    </a:cubicBezTo>
                    <a:cubicBezTo>
                      <a:pt x="26179" y="38732"/>
                      <a:pt x="31870" y="39871"/>
                      <a:pt x="59187" y="47845"/>
                    </a:cubicBezTo>
                    <a:cubicBezTo>
                      <a:pt x="67154" y="50124"/>
                      <a:pt x="92195" y="54681"/>
                      <a:pt x="92195" y="79742"/>
                    </a:cubicBezTo>
                    <a:cubicBezTo>
                      <a:pt x="92195" y="100248"/>
                      <a:pt x="76260" y="115057"/>
                      <a:pt x="46667" y="115057"/>
                    </a:cubicBezTo>
                    <a:cubicBezTo>
                      <a:pt x="22764" y="115057"/>
                      <a:pt x="0" y="102526"/>
                      <a:pt x="0" y="76325"/>
                    </a:cubicBezTo>
                    <a:lnTo>
                      <a:pt x="22764" y="76325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5" name="Graphic 39">
              <a:extLst>
                <a:ext uri="{FF2B5EF4-FFF2-40B4-BE49-F238E27FC236}">
                  <a16:creationId xmlns:a16="http://schemas.microsoft.com/office/drawing/2014/main" id="{583CDA77-EE26-FDD9-3BEE-A303C2621509}"/>
                </a:ext>
              </a:extLst>
            </p:cNvPr>
            <p:cNvGrpSpPr/>
            <p:nvPr/>
          </p:nvGrpSpPr>
          <p:grpSpPr>
            <a:xfrm>
              <a:off x="10951147" y="514284"/>
              <a:ext cx="662472" cy="723167"/>
              <a:chOff x="10951147" y="514284"/>
              <a:chExt cx="662472" cy="723167"/>
            </a:xfrm>
            <a:solidFill>
              <a:srgbClr val="E41B23"/>
            </a:solidFill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928CEA6-6F22-A36D-7EF9-15FAE4B14BAA}"/>
                  </a:ext>
                </a:extLst>
              </p:cNvPr>
              <p:cNvSpPr/>
              <p:nvPr/>
            </p:nvSpPr>
            <p:spPr>
              <a:xfrm>
                <a:off x="10951147" y="514284"/>
                <a:ext cx="592649" cy="667408"/>
              </a:xfrm>
              <a:custGeom>
                <a:avLst/>
                <a:gdLst>
                  <a:gd name="csX0" fmla="*/ 433301 w 592649"/>
                  <a:gd name="csY0" fmla="*/ 602191 h 667408"/>
                  <a:gd name="csX1" fmla="*/ 458341 w 592649"/>
                  <a:gd name="csY1" fmla="*/ 599913 h 667408"/>
                  <a:gd name="csX2" fmla="*/ 420780 w 592649"/>
                  <a:gd name="csY2" fmla="*/ 529284 h 667408"/>
                  <a:gd name="csX3" fmla="*/ 405984 w 592649"/>
                  <a:gd name="csY3" fmla="*/ 493969 h 667408"/>
                  <a:gd name="csX4" fmla="*/ 443544 w 592649"/>
                  <a:gd name="csY4" fmla="*/ 460933 h 667408"/>
                  <a:gd name="csX5" fmla="*/ 493626 w 592649"/>
                  <a:gd name="csY5" fmla="*/ 503083 h 667408"/>
                  <a:gd name="csX6" fmla="*/ 538016 w 592649"/>
                  <a:gd name="csY6" fmla="*/ 527005 h 667408"/>
                  <a:gd name="csX7" fmla="*/ 559642 w 592649"/>
                  <a:gd name="csY7" fmla="*/ 514474 h 667408"/>
                  <a:gd name="csX8" fmla="*/ 528910 w 592649"/>
                  <a:gd name="csY8" fmla="*/ 465490 h 667408"/>
                  <a:gd name="csX9" fmla="*/ 470862 w 592649"/>
                  <a:gd name="csY9" fmla="*/ 413088 h 667408"/>
                  <a:gd name="csX10" fmla="*/ 483382 w 592649"/>
                  <a:gd name="csY10" fmla="*/ 390304 h 667408"/>
                  <a:gd name="csX11" fmla="*/ 548260 w 592649"/>
                  <a:gd name="csY11" fmla="*/ 399417 h 667408"/>
                  <a:gd name="csX12" fmla="*/ 592650 w 592649"/>
                  <a:gd name="csY12" fmla="*/ 366381 h 667408"/>
                  <a:gd name="csX13" fmla="*/ 531187 w 592649"/>
                  <a:gd name="csY13" fmla="*/ 342459 h 667408"/>
                  <a:gd name="csX14" fmla="*/ 489073 w 592649"/>
                  <a:gd name="csY14" fmla="*/ 304866 h 667408"/>
                  <a:gd name="csX15" fmla="*/ 532325 w 592649"/>
                  <a:gd name="csY15" fmla="*/ 271830 h 667408"/>
                  <a:gd name="csX16" fmla="*/ 526634 w 592649"/>
                  <a:gd name="csY16" fmla="*/ 241072 h 667408"/>
                  <a:gd name="csX17" fmla="*/ 476553 w 592649"/>
                  <a:gd name="csY17" fmla="*/ 246768 h 667408"/>
                  <a:gd name="csX18" fmla="*/ 453788 w 592649"/>
                  <a:gd name="csY18" fmla="*/ 254742 h 667408"/>
                  <a:gd name="csX19" fmla="*/ 436715 w 592649"/>
                  <a:gd name="csY19" fmla="*/ 235376 h 667408"/>
                  <a:gd name="csX20" fmla="*/ 476553 w 592649"/>
                  <a:gd name="csY20" fmla="*/ 186391 h 667408"/>
                  <a:gd name="csX21" fmla="*/ 468585 w 592649"/>
                  <a:gd name="csY21" fmla="*/ 144242 h 667408"/>
                  <a:gd name="csX22" fmla="*/ 380943 w 592649"/>
                  <a:gd name="csY22" fmla="*/ 201201 h 667408"/>
                  <a:gd name="csX23" fmla="*/ 366146 w 592649"/>
                  <a:gd name="csY23" fmla="*/ 187530 h 667408"/>
                  <a:gd name="csX24" fmla="*/ 365008 w 592649"/>
                  <a:gd name="csY24" fmla="*/ 102092 h 667408"/>
                  <a:gd name="csX25" fmla="*/ 345659 w 592649"/>
                  <a:gd name="csY25" fmla="*/ 87283 h 667408"/>
                  <a:gd name="csX26" fmla="*/ 332000 w 592649"/>
                  <a:gd name="csY26" fmla="*/ 97535 h 667408"/>
                  <a:gd name="csX27" fmla="*/ 318341 w 592649"/>
                  <a:gd name="csY27" fmla="*/ 178417 h 667408"/>
                  <a:gd name="csX28" fmla="*/ 312650 w 592649"/>
                  <a:gd name="csY28" fmla="*/ 181835 h 667408"/>
                  <a:gd name="csX29" fmla="*/ 292163 w 592649"/>
                  <a:gd name="csY29" fmla="*/ 184113 h 667408"/>
                  <a:gd name="csX30" fmla="*/ 273951 w 592649"/>
                  <a:gd name="csY30" fmla="*/ 169304 h 667408"/>
                  <a:gd name="csX31" fmla="*/ 238667 w 592649"/>
                  <a:gd name="csY31" fmla="*/ 99814 h 667408"/>
                  <a:gd name="csX32" fmla="*/ 225008 w 592649"/>
                  <a:gd name="csY32" fmla="*/ 103231 h 667408"/>
                  <a:gd name="csX33" fmla="*/ 228423 w 592649"/>
                  <a:gd name="csY33" fmla="*/ 200061 h 667408"/>
                  <a:gd name="csX34" fmla="*/ 222732 w 592649"/>
                  <a:gd name="csY34" fmla="*/ 205757 h 667408"/>
                  <a:gd name="csX35" fmla="*/ 143057 w 592649"/>
                  <a:gd name="csY35" fmla="*/ 149938 h 667408"/>
                  <a:gd name="csX36" fmla="*/ 141919 w 592649"/>
                  <a:gd name="csY36" fmla="*/ 144242 h 667408"/>
                  <a:gd name="csX37" fmla="*/ 235252 w 592649"/>
                  <a:gd name="csY37" fmla="*/ 51968 h 667408"/>
                  <a:gd name="csX38" fmla="*/ 312650 w 592649"/>
                  <a:gd name="csY38" fmla="*/ 47412 h 667408"/>
                  <a:gd name="csX39" fmla="*/ 328585 w 592649"/>
                  <a:gd name="csY39" fmla="*/ 31463 h 667408"/>
                  <a:gd name="csX40" fmla="*/ 325171 w 592649"/>
                  <a:gd name="csY40" fmla="*/ 7540 h 667408"/>
                  <a:gd name="csX41" fmla="*/ 311512 w 592649"/>
                  <a:gd name="csY41" fmla="*/ 2984 h 667408"/>
                  <a:gd name="csX42" fmla="*/ 248911 w 592649"/>
                  <a:gd name="csY42" fmla="*/ 5262 h 667408"/>
                  <a:gd name="csX43" fmla="*/ 94114 w 592649"/>
                  <a:gd name="csY43" fmla="*/ 114623 h 667408"/>
                  <a:gd name="csX44" fmla="*/ 21269 w 592649"/>
                  <a:gd name="csY44" fmla="*/ 235376 h 667408"/>
                  <a:gd name="csX45" fmla="*/ 7610 w 592649"/>
                  <a:gd name="csY45" fmla="*/ 421062 h 667408"/>
                  <a:gd name="csX46" fmla="*/ 33789 w 592649"/>
                  <a:gd name="csY46" fmla="*/ 506500 h 667408"/>
                  <a:gd name="csX47" fmla="*/ 71350 w 592649"/>
                  <a:gd name="csY47" fmla="*/ 562320 h 667408"/>
                  <a:gd name="csX48" fmla="*/ 91838 w 592649"/>
                  <a:gd name="csY48" fmla="*/ 556624 h 667408"/>
                  <a:gd name="csX49" fmla="*/ 66797 w 592649"/>
                  <a:gd name="csY49" fmla="*/ 454098 h 667408"/>
                  <a:gd name="csX50" fmla="*/ 63383 w 592649"/>
                  <a:gd name="csY50" fmla="*/ 424479 h 667408"/>
                  <a:gd name="csX51" fmla="*/ 221594 w 592649"/>
                  <a:gd name="csY51" fmla="*/ 426758 h 667408"/>
                  <a:gd name="csX52" fmla="*/ 236390 w 592649"/>
                  <a:gd name="csY52" fmla="*/ 446124 h 667408"/>
                  <a:gd name="csX53" fmla="*/ 155578 w 592649"/>
                  <a:gd name="csY53" fmla="*/ 533840 h 667408"/>
                  <a:gd name="csX54" fmla="*/ 97529 w 592649"/>
                  <a:gd name="csY54" fmla="*/ 601052 h 667408"/>
                  <a:gd name="csX55" fmla="*/ 96391 w 592649"/>
                  <a:gd name="csY55" fmla="*/ 613583 h 667408"/>
                  <a:gd name="csX56" fmla="*/ 120293 w 592649"/>
                  <a:gd name="csY56" fmla="*/ 626114 h 667408"/>
                  <a:gd name="csX57" fmla="*/ 218179 w 592649"/>
                  <a:gd name="csY57" fmla="*/ 529284 h 667408"/>
                  <a:gd name="csX58" fmla="*/ 232976 w 592649"/>
                  <a:gd name="csY58" fmla="*/ 513335 h 667408"/>
                  <a:gd name="csX59" fmla="*/ 235252 w 592649"/>
                  <a:gd name="csY59" fmla="*/ 519031 h 667408"/>
                  <a:gd name="csX60" fmla="*/ 192000 w 592649"/>
                  <a:gd name="csY60" fmla="*/ 590799 h 667408"/>
                  <a:gd name="csX61" fmla="*/ 163545 w 592649"/>
                  <a:gd name="csY61" fmla="*/ 653454 h 667408"/>
                  <a:gd name="csX62" fmla="*/ 199968 w 592649"/>
                  <a:gd name="csY62" fmla="*/ 661428 h 667408"/>
                  <a:gd name="csX63" fmla="*/ 212488 w 592649"/>
                  <a:gd name="csY63" fmla="*/ 626114 h 667408"/>
                  <a:gd name="csX64" fmla="*/ 272813 w 592649"/>
                  <a:gd name="csY64" fmla="*/ 499665 h 667408"/>
                  <a:gd name="csX65" fmla="*/ 295577 w 592649"/>
                  <a:gd name="csY65" fmla="*/ 495108 h 667408"/>
                  <a:gd name="csX66" fmla="*/ 310374 w 592649"/>
                  <a:gd name="csY66" fmla="*/ 519031 h 667408"/>
                  <a:gd name="csX67" fmla="*/ 286472 w 592649"/>
                  <a:gd name="csY67" fmla="*/ 624975 h 667408"/>
                  <a:gd name="csX68" fmla="*/ 288748 w 592649"/>
                  <a:gd name="csY68" fmla="*/ 664846 h 667408"/>
                  <a:gd name="csX69" fmla="*/ 310374 w 592649"/>
                  <a:gd name="csY69" fmla="*/ 664846 h 667408"/>
                  <a:gd name="csX70" fmla="*/ 312650 w 592649"/>
                  <a:gd name="csY70" fmla="*/ 659150 h 667408"/>
                  <a:gd name="csX71" fmla="*/ 342244 w 592649"/>
                  <a:gd name="csY71" fmla="*/ 558902 h 667408"/>
                  <a:gd name="csX72" fmla="*/ 352488 w 592649"/>
                  <a:gd name="csY72" fmla="*/ 511057 h 667408"/>
                  <a:gd name="csX73" fmla="*/ 378667 w 592649"/>
                  <a:gd name="csY73" fmla="*/ 519031 h 667408"/>
                  <a:gd name="csX74" fmla="*/ 433301 w 592649"/>
                  <a:gd name="csY74" fmla="*/ 602191 h 667408"/>
                  <a:gd name="csX75" fmla="*/ 202244 w 592649"/>
                  <a:gd name="csY75" fmla="*/ 272969 h 667408"/>
                  <a:gd name="csX76" fmla="*/ 189724 w 592649"/>
                  <a:gd name="csY76" fmla="*/ 285500 h 667408"/>
                  <a:gd name="csX77" fmla="*/ 85009 w 592649"/>
                  <a:gd name="csY77" fmla="*/ 286639 h 667408"/>
                  <a:gd name="csX78" fmla="*/ 75903 w 592649"/>
                  <a:gd name="csY78" fmla="*/ 312840 h 667408"/>
                  <a:gd name="csX79" fmla="*/ 182895 w 592649"/>
                  <a:gd name="csY79" fmla="*/ 350433 h 667408"/>
                  <a:gd name="csX80" fmla="*/ 194277 w 592649"/>
                  <a:gd name="csY80" fmla="*/ 358407 h 667408"/>
                  <a:gd name="csX81" fmla="*/ 189724 w 592649"/>
                  <a:gd name="csY81" fmla="*/ 380051 h 667408"/>
                  <a:gd name="csX82" fmla="*/ 146472 w 592649"/>
                  <a:gd name="csY82" fmla="*/ 385747 h 667408"/>
                  <a:gd name="csX83" fmla="*/ 53139 w 592649"/>
                  <a:gd name="csY83" fmla="*/ 367520 h 667408"/>
                  <a:gd name="csX84" fmla="*/ 95253 w 592649"/>
                  <a:gd name="csY84" fmla="*/ 210314 h 667408"/>
                  <a:gd name="csX85" fmla="*/ 120293 w 592649"/>
                  <a:gd name="csY85" fmla="*/ 184113 h 667408"/>
                  <a:gd name="csX86" fmla="*/ 192000 w 592649"/>
                  <a:gd name="csY86" fmla="*/ 250185 h 667408"/>
                  <a:gd name="csX87" fmla="*/ 202244 w 592649"/>
                  <a:gd name="csY87" fmla="*/ 272969 h 667408"/>
                  <a:gd name="csX88" fmla="*/ 316065 w 592649"/>
                  <a:gd name="csY88" fmla="*/ 463211 h 667408"/>
                  <a:gd name="csX89" fmla="*/ 310374 w 592649"/>
                  <a:gd name="csY89" fmla="*/ 459794 h 667408"/>
                  <a:gd name="csX90" fmla="*/ 239805 w 592649"/>
                  <a:gd name="csY90" fmla="*/ 382330 h 667408"/>
                  <a:gd name="csX91" fmla="*/ 244358 w 592649"/>
                  <a:gd name="csY91" fmla="*/ 285500 h 667408"/>
                  <a:gd name="csX92" fmla="*/ 310374 w 592649"/>
                  <a:gd name="csY92" fmla="*/ 243350 h 667408"/>
                  <a:gd name="csX93" fmla="*/ 332000 w 592649"/>
                  <a:gd name="csY93" fmla="*/ 241072 h 667408"/>
                  <a:gd name="csX94" fmla="*/ 445821 w 592649"/>
                  <a:gd name="csY94" fmla="*/ 306005 h 667408"/>
                  <a:gd name="csX95" fmla="*/ 444683 w 592649"/>
                  <a:gd name="csY95" fmla="*/ 399417 h 667408"/>
                  <a:gd name="csX96" fmla="*/ 411675 w 592649"/>
                  <a:gd name="csY96" fmla="*/ 432454 h 667408"/>
                  <a:gd name="csX97" fmla="*/ 316065 w 592649"/>
                  <a:gd name="csY97" fmla="*/ 463211 h 66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</a:cxnLst>
                <a:rect l="l" t="t" r="r" b="b"/>
                <a:pathLst>
                  <a:path w="592649" h="667408">
                    <a:moveTo>
                      <a:pt x="433301" y="602191"/>
                    </a:moveTo>
                    <a:cubicBezTo>
                      <a:pt x="440130" y="604469"/>
                      <a:pt x="452650" y="607887"/>
                      <a:pt x="458341" y="599913"/>
                    </a:cubicBezTo>
                    <a:cubicBezTo>
                      <a:pt x="474276" y="568016"/>
                      <a:pt x="434439" y="550928"/>
                      <a:pt x="420780" y="529284"/>
                    </a:cubicBezTo>
                    <a:cubicBezTo>
                      <a:pt x="413951" y="517892"/>
                      <a:pt x="404845" y="507639"/>
                      <a:pt x="405984" y="493969"/>
                    </a:cubicBezTo>
                    <a:cubicBezTo>
                      <a:pt x="410536" y="475742"/>
                      <a:pt x="428748" y="466629"/>
                      <a:pt x="443544" y="460933"/>
                    </a:cubicBezTo>
                    <a:cubicBezTo>
                      <a:pt x="475414" y="451820"/>
                      <a:pt x="475414" y="487134"/>
                      <a:pt x="493626" y="503083"/>
                    </a:cubicBezTo>
                    <a:cubicBezTo>
                      <a:pt x="509561" y="509918"/>
                      <a:pt x="517528" y="528145"/>
                      <a:pt x="538016" y="527005"/>
                    </a:cubicBezTo>
                    <a:cubicBezTo>
                      <a:pt x="548260" y="528145"/>
                      <a:pt x="556227" y="522449"/>
                      <a:pt x="559642" y="514474"/>
                    </a:cubicBezTo>
                    <a:cubicBezTo>
                      <a:pt x="565333" y="489412"/>
                      <a:pt x="545983" y="478021"/>
                      <a:pt x="528910" y="465490"/>
                    </a:cubicBezTo>
                    <a:cubicBezTo>
                      <a:pt x="507284" y="449541"/>
                      <a:pt x="482244" y="438149"/>
                      <a:pt x="470862" y="413088"/>
                    </a:cubicBezTo>
                    <a:cubicBezTo>
                      <a:pt x="476553" y="406253"/>
                      <a:pt x="472000" y="393722"/>
                      <a:pt x="483382" y="390304"/>
                    </a:cubicBezTo>
                    <a:cubicBezTo>
                      <a:pt x="507284" y="385747"/>
                      <a:pt x="523219" y="405113"/>
                      <a:pt x="548260" y="399417"/>
                    </a:cubicBezTo>
                    <a:cubicBezTo>
                      <a:pt x="569886" y="398278"/>
                      <a:pt x="584682" y="385747"/>
                      <a:pt x="592650" y="366381"/>
                    </a:cubicBezTo>
                    <a:cubicBezTo>
                      <a:pt x="584682" y="331067"/>
                      <a:pt x="551674" y="359546"/>
                      <a:pt x="531187" y="342459"/>
                    </a:cubicBezTo>
                    <a:cubicBezTo>
                      <a:pt x="517528" y="328788"/>
                      <a:pt x="492487" y="326510"/>
                      <a:pt x="489073" y="304866"/>
                    </a:cubicBezTo>
                    <a:cubicBezTo>
                      <a:pt x="501593" y="291196"/>
                      <a:pt x="523219" y="291196"/>
                      <a:pt x="532325" y="271830"/>
                    </a:cubicBezTo>
                    <a:cubicBezTo>
                      <a:pt x="534601" y="261577"/>
                      <a:pt x="533463" y="247907"/>
                      <a:pt x="526634" y="241072"/>
                    </a:cubicBezTo>
                    <a:cubicBezTo>
                      <a:pt x="507284" y="235376"/>
                      <a:pt x="494764" y="246768"/>
                      <a:pt x="476553" y="246768"/>
                    </a:cubicBezTo>
                    <a:cubicBezTo>
                      <a:pt x="472000" y="252464"/>
                      <a:pt x="462894" y="254742"/>
                      <a:pt x="453788" y="254742"/>
                    </a:cubicBezTo>
                    <a:cubicBezTo>
                      <a:pt x="448097" y="249046"/>
                      <a:pt x="437853" y="244489"/>
                      <a:pt x="436715" y="235376"/>
                    </a:cubicBezTo>
                    <a:cubicBezTo>
                      <a:pt x="450374" y="216010"/>
                      <a:pt x="467447" y="208036"/>
                      <a:pt x="476553" y="186391"/>
                    </a:cubicBezTo>
                    <a:cubicBezTo>
                      <a:pt x="478829" y="171582"/>
                      <a:pt x="483382" y="152216"/>
                      <a:pt x="468585" y="144242"/>
                    </a:cubicBezTo>
                    <a:cubicBezTo>
                      <a:pt x="419642" y="138546"/>
                      <a:pt x="425333" y="197783"/>
                      <a:pt x="380943" y="201201"/>
                    </a:cubicBezTo>
                    <a:cubicBezTo>
                      <a:pt x="374114" y="198922"/>
                      <a:pt x="369561" y="193226"/>
                      <a:pt x="366146" y="187530"/>
                    </a:cubicBezTo>
                    <a:cubicBezTo>
                      <a:pt x="359317" y="157912"/>
                      <a:pt x="370699" y="130572"/>
                      <a:pt x="365008" y="102092"/>
                    </a:cubicBezTo>
                    <a:cubicBezTo>
                      <a:pt x="361593" y="95257"/>
                      <a:pt x="353626" y="87283"/>
                      <a:pt x="345659" y="87283"/>
                    </a:cubicBezTo>
                    <a:cubicBezTo>
                      <a:pt x="339967" y="89561"/>
                      <a:pt x="334276" y="91840"/>
                      <a:pt x="332000" y="97535"/>
                    </a:cubicBezTo>
                    <a:cubicBezTo>
                      <a:pt x="322894" y="122597"/>
                      <a:pt x="338829" y="156773"/>
                      <a:pt x="318341" y="178417"/>
                    </a:cubicBezTo>
                    <a:cubicBezTo>
                      <a:pt x="316065" y="179556"/>
                      <a:pt x="314927" y="180695"/>
                      <a:pt x="312650" y="181835"/>
                    </a:cubicBezTo>
                    <a:cubicBezTo>
                      <a:pt x="305821" y="185252"/>
                      <a:pt x="298992" y="186391"/>
                      <a:pt x="292163" y="184113"/>
                    </a:cubicBezTo>
                    <a:cubicBezTo>
                      <a:pt x="285333" y="179556"/>
                      <a:pt x="277366" y="178417"/>
                      <a:pt x="273951" y="169304"/>
                    </a:cubicBezTo>
                    <a:cubicBezTo>
                      <a:pt x="271675" y="141963"/>
                      <a:pt x="251187" y="122597"/>
                      <a:pt x="238667" y="99814"/>
                    </a:cubicBezTo>
                    <a:cubicBezTo>
                      <a:pt x="234114" y="94118"/>
                      <a:pt x="228423" y="99814"/>
                      <a:pt x="225008" y="103231"/>
                    </a:cubicBezTo>
                    <a:cubicBezTo>
                      <a:pt x="210212" y="132850"/>
                      <a:pt x="220456" y="170443"/>
                      <a:pt x="228423" y="200061"/>
                    </a:cubicBezTo>
                    <a:cubicBezTo>
                      <a:pt x="227285" y="202340"/>
                      <a:pt x="227285" y="208036"/>
                      <a:pt x="222732" y="205757"/>
                    </a:cubicBezTo>
                    <a:cubicBezTo>
                      <a:pt x="195415" y="186391"/>
                      <a:pt x="170374" y="167025"/>
                      <a:pt x="143057" y="149938"/>
                    </a:cubicBezTo>
                    <a:lnTo>
                      <a:pt x="141919" y="144242"/>
                    </a:lnTo>
                    <a:cubicBezTo>
                      <a:pt x="163545" y="105510"/>
                      <a:pt x="197691" y="70195"/>
                      <a:pt x="235252" y="51968"/>
                    </a:cubicBezTo>
                    <a:cubicBezTo>
                      <a:pt x="259155" y="46272"/>
                      <a:pt x="292163" y="57664"/>
                      <a:pt x="312650" y="47412"/>
                    </a:cubicBezTo>
                    <a:cubicBezTo>
                      <a:pt x="319480" y="45133"/>
                      <a:pt x="325171" y="39437"/>
                      <a:pt x="328585" y="31463"/>
                    </a:cubicBezTo>
                    <a:cubicBezTo>
                      <a:pt x="332000" y="23489"/>
                      <a:pt x="330862" y="12097"/>
                      <a:pt x="325171" y="7540"/>
                    </a:cubicBezTo>
                    <a:cubicBezTo>
                      <a:pt x="320618" y="5262"/>
                      <a:pt x="316065" y="4123"/>
                      <a:pt x="311512" y="2984"/>
                    </a:cubicBezTo>
                    <a:cubicBezTo>
                      <a:pt x="291024" y="-2712"/>
                      <a:pt x="265984" y="705"/>
                      <a:pt x="248911" y="5262"/>
                    </a:cubicBezTo>
                    <a:cubicBezTo>
                      <a:pt x="185171" y="17793"/>
                      <a:pt x="136228" y="66778"/>
                      <a:pt x="94114" y="114623"/>
                    </a:cubicBezTo>
                    <a:cubicBezTo>
                      <a:pt x="64521" y="152216"/>
                      <a:pt x="39480" y="193226"/>
                      <a:pt x="21269" y="235376"/>
                    </a:cubicBezTo>
                    <a:cubicBezTo>
                      <a:pt x="781" y="291196"/>
                      <a:pt x="-7186" y="360685"/>
                      <a:pt x="7610" y="421062"/>
                    </a:cubicBezTo>
                    <a:cubicBezTo>
                      <a:pt x="14440" y="450680"/>
                      <a:pt x="28098" y="475742"/>
                      <a:pt x="33789" y="506500"/>
                    </a:cubicBezTo>
                    <a:cubicBezTo>
                      <a:pt x="46310" y="525866"/>
                      <a:pt x="42895" y="557763"/>
                      <a:pt x="71350" y="562320"/>
                    </a:cubicBezTo>
                    <a:cubicBezTo>
                      <a:pt x="79318" y="566877"/>
                      <a:pt x="85009" y="560041"/>
                      <a:pt x="91838" y="556624"/>
                    </a:cubicBezTo>
                    <a:cubicBezTo>
                      <a:pt x="88423" y="521309"/>
                      <a:pt x="72488" y="489412"/>
                      <a:pt x="66797" y="454098"/>
                    </a:cubicBezTo>
                    <a:cubicBezTo>
                      <a:pt x="65659" y="443845"/>
                      <a:pt x="53139" y="432454"/>
                      <a:pt x="63383" y="424479"/>
                    </a:cubicBezTo>
                    <a:cubicBezTo>
                      <a:pt x="113464" y="443845"/>
                      <a:pt x="168098" y="427897"/>
                      <a:pt x="221594" y="426758"/>
                    </a:cubicBezTo>
                    <a:cubicBezTo>
                      <a:pt x="230699" y="429036"/>
                      <a:pt x="231838" y="439289"/>
                      <a:pt x="236390" y="446124"/>
                    </a:cubicBezTo>
                    <a:cubicBezTo>
                      <a:pt x="236390" y="495108"/>
                      <a:pt x="184033" y="504222"/>
                      <a:pt x="155578" y="533840"/>
                    </a:cubicBezTo>
                    <a:cubicBezTo>
                      <a:pt x="143057" y="563459"/>
                      <a:pt x="116878" y="579407"/>
                      <a:pt x="97529" y="601052"/>
                    </a:cubicBezTo>
                    <a:lnTo>
                      <a:pt x="96391" y="613583"/>
                    </a:lnTo>
                    <a:cubicBezTo>
                      <a:pt x="103220" y="620418"/>
                      <a:pt x="110049" y="630670"/>
                      <a:pt x="120293" y="626114"/>
                    </a:cubicBezTo>
                    <a:cubicBezTo>
                      <a:pt x="160130" y="603330"/>
                      <a:pt x="177204" y="554346"/>
                      <a:pt x="218179" y="529284"/>
                    </a:cubicBezTo>
                    <a:cubicBezTo>
                      <a:pt x="223870" y="524727"/>
                      <a:pt x="226147" y="514474"/>
                      <a:pt x="232976" y="513335"/>
                    </a:cubicBezTo>
                    <a:cubicBezTo>
                      <a:pt x="235252" y="514474"/>
                      <a:pt x="235252" y="516753"/>
                      <a:pt x="235252" y="519031"/>
                    </a:cubicBezTo>
                    <a:cubicBezTo>
                      <a:pt x="215903" y="540675"/>
                      <a:pt x="204521" y="565737"/>
                      <a:pt x="192000" y="590799"/>
                    </a:cubicBezTo>
                    <a:cubicBezTo>
                      <a:pt x="184033" y="613583"/>
                      <a:pt x="162407" y="628392"/>
                      <a:pt x="163545" y="653454"/>
                    </a:cubicBezTo>
                    <a:cubicBezTo>
                      <a:pt x="172651" y="659150"/>
                      <a:pt x="186309" y="668263"/>
                      <a:pt x="199968" y="661428"/>
                    </a:cubicBezTo>
                    <a:cubicBezTo>
                      <a:pt x="211350" y="653454"/>
                      <a:pt x="206797" y="637506"/>
                      <a:pt x="212488" y="626114"/>
                    </a:cubicBezTo>
                    <a:cubicBezTo>
                      <a:pt x="234114" y="585103"/>
                      <a:pt x="245496" y="538397"/>
                      <a:pt x="272813" y="499665"/>
                    </a:cubicBezTo>
                    <a:cubicBezTo>
                      <a:pt x="280781" y="495108"/>
                      <a:pt x="286472" y="490552"/>
                      <a:pt x="295577" y="495108"/>
                    </a:cubicBezTo>
                    <a:cubicBezTo>
                      <a:pt x="303545" y="500804"/>
                      <a:pt x="310374" y="508778"/>
                      <a:pt x="310374" y="519031"/>
                    </a:cubicBezTo>
                    <a:cubicBezTo>
                      <a:pt x="305821" y="555485"/>
                      <a:pt x="295577" y="590799"/>
                      <a:pt x="286472" y="624975"/>
                    </a:cubicBezTo>
                    <a:cubicBezTo>
                      <a:pt x="285333" y="637506"/>
                      <a:pt x="273951" y="655732"/>
                      <a:pt x="288748" y="664846"/>
                    </a:cubicBezTo>
                    <a:cubicBezTo>
                      <a:pt x="295577" y="668263"/>
                      <a:pt x="303545" y="668263"/>
                      <a:pt x="310374" y="664846"/>
                    </a:cubicBezTo>
                    <a:cubicBezTo>
                      <a:pt x="311512" y="662567"/>
                      <a:pt x="312650" y="661428"/>
                      <a:pt x="312650" y="659150"/>
                    </a:cubicBezTo>
                    <a:cubicBezTo>
                      <a:pt x="327447" y="627253"/>
                      <a:pt x="329724" y="590799"/>
                      <a:pt x="342244" y="558902"/>
                    </a:cubicBezTo>
                    <a:cubicBezTo>
                      <a:pt x="346797" y="544093"/>
                      <a:pt x="330862" y="517892"/>
                      <a:pt x="352488" y="511057"/>
                    </a:cubicBezTo>
                    <a:cubicBezTo>
                      <a:pt x="362732" y="507639"/>
                      <a:pt x="371837" y="512196"/>
                      <a:pt x="378667" y="519031"/>
                    </a:cubicBezTo>
                    <a:cubicBezTo>
                      <a:pt x="404845" y="542954"/>
                      <a:pt x="405984" y="581686"/>
                      <a:pt x="433301" y="602191"/>
                    </a:cubicBezTo>
                    <a:moveTo>
                      <a:pt x="202244" y="272969"/>
                    </a:moveTo>
                    <a:cubicBezTo>
                      <a:pt x="202244" y="280943"/>
                      <a:pt x="194277" y="282082"/>
                      <a:pt x="189724" y="285500"/>
                    </a:cubicBezTo>
                    <a:cubicBezTo>
                      <a:pt x="154439" y="288917"/>
                      <a:pt x="118017" y="268412"/>
                      <a:pt x="85009" y="286639"/>
                    </a:cubicBezTo>
                    <a:cubicBezTo>
                      <a:pt x="75903" y="292335"/>
                      <a:pt x="75903" y="303727"/>
                      <a:pt x="75903" y="312840"/>
                    </a:cubicBezTo>
                    <a:cubicBezTo>
                      <a:pt x="96391" y="348154"/>
                      <a:pt x="145334" y="354990"/>
                      <a:pt x="182895" y="350433"/>
                    </a:cubicBezTo>
                    <a:cubicBezTo>
                      <a:pt x="187447" y="350433"/>
                      <a:pt x="193138" y="353850"/>
                      <a:pt x="194277" y="358407"/>
                    </a:cubicBezTo>
                    <a:cubicBezTo>
                      <a:pt x="194277" y="366381"/>
                      <a:pt x="198829" y="374356"/>
                      <a:pt x="189724" y="380051"/>
                    </a:cubicBezTo>
                    <a:cubicBezTo>
                      <a:pt x="176065" y="386886"/>
                      <a:pt x="162407" y="384608"/>
                      <a:pt x="146472" y="385747"/>
                    </a:cubicBezTo>
                    <a:cubicBezTo>
                      <a:pt x="113464" y="388026"/>
                      <a:pt x="73626" y="399417"/>
                      <a:pt x="53139" y="367520"/>
                    </a:cubicBezTo>
                    <a:cubicBezTo>
                      <a:pt x="37204" y="310562"/>
                      <a:pt x="58830" y="252464"/>
                      <a:pt x="95253" y="210314"/>
                    </a:cubicBezTo>
                    <a:cubicBezTo>
                      <a:pt x="100944" y="201201"/>
                      <a:pt x="107773" y="188670"/>
                      <a:pt x="120293" y="184113"/>
                    </a:cubicBezTo>
                    <a:cubicBezTo>
                      <a:pt x="141919" y="210314"/>
                      <a:pt x="164683" y="229680"/>
                      <a:pt x="192000" y="250185"/>
                    </a:cubicBezTo>
                    <a:cubicBezTo>
                      <a:pt x="199968" y="254742"/>
                      <a:pt x="203382" y="263855"/>
                      <a:pt x="202244" y="272969"/>
                    </a:cubicBezTo>
                    <a:moveTo>
                      <a:pt x="316065" y="463211"/>
                    </a:moveTo>
                    <a:cubicBezTo>
                      <a:pt x="313789" y="462072"/>
                      <a:pt x="312650" y="460933"/>
                      <a:pt x="310374" y="459794"/>
                    </a:cubicBezTo>
                    <a:cubicBezTo>
                      <a:pt x="279642" y="444985"/>
                      <a:pt x="259155" y="410809"/>
                      <a:pt x="239805" y="382330"/>
                    </a:cubicBezTo>
                    <a:cubicBezTo>
                      <a:pt x="220456" y="352711"/>
                      <a:pt x="225008" y="312840"/>
                      <a:pt x="244358" y="285500"/>
                    </a:cubicBezTo>
                    <a:cubicBezTo>
                      <a:pt x="259155" y="262716"/>
                      <a:pt x="284195" y="249046"/>
                      <a:pt x="310374" y="243350"/>
                    </a:cubicBezTo>
                    <a:cubicBezTo>
                      <a:pt x="317203" y="242211"/>
                      <a:pt x="325171" y="241072"/>
                      <a:pt x="332000" y="241072"/>
                    </a:cubicBezTo>
                    <a:cubicBezTo>
                      <a:pt x="384358" y="235376"/>
                      <a:pt x="417366" y="272969"/>
                      <a:pt x="445821" y="306005"/>
                    </a:cubicBezTo>
                    <a:cubicBezTo>
                      <a:pt x="458341" y="333345"/>
                      <a:pt x="459479" y="374356"/>
                      <a:pt x="444683" y="399417"/>
                    </a:cubicBezTo>
                    <a:cubicBezTo>
                      <a:pt x="435577" y="411948"/>
                      <a:pt x="424195" y="424479"/>
                      <a:pt x="411675" y="432454"/>
                    </a:cubicBezTo>
                    <a:cubicBezTo>
                      <a:pt x="386634" y="459794"/>
                      <a:pt x="352488" y="471186"/>
                      <a:pt x="316065" y="463211"/>
                    </a:cubicBezTo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CB97A64E-6E37-A016-CDB8-EE6A004770E6}"/>
                  </a:ext>
                </a:extLst>
              </p:cNvPr>
              <p:cNvSpPr/>
              <p:nvPr/>
            </p:nvSpPr>
            <p:spPr>
              <a:xfrm>
                <a:off x="11371927" y="742668"/>
                <a:ext cx="241692" cy="494783"/>
              </a:xfrm>
              <a:custGeom>
                <a:avLst/>
                <a:gdLst>
                  <a:gd name="csX0" fmla="*/ 237886 w 241692"/>
                  <a:gd name="csY0" fmla="*/ 125467 h 494783"/>
                  <a:gd name="csX1" fmla="*/ 211707 w 241692"/>
                  <a:gd name="csY1" fmla="*/ 46864 h 494783"/>
                  <a:gd name="csX2" fmla="*/ 186666 w 241692"/>
                  <a:gd name="csY2" fmla="*/ 3575 h 494783"/>
                  <a:gd name="csX3" fmla="*/ 168455 w 241692"/>
                  <a:gd name="csY3" fmla="*/ 2436 h 494783"/>
                  <a:gd name="csX4" fmla="*/ 168455 w 241692"/>
                  <a:gd name="csY4" fmla="*/ 36611 h 494783"/>
                  <a:gd name="csX5" fmla="*/ 177561 w 241692"/>
                  <a:gd name="csY5" fmla="*/ 69647 h 494783"/>
                  <a:gd name="csX6" fmla="*/ 202601 w 241692"/>
                  <a:gd name="csY6" fmla="*/ 133441 h 494783"/>
                  <a:gd name="csX7" fmla="*/ 155935 w 241692"/>
                  <a:gd name="csY7" fmla="*/ 294065 h 494783"/>
                  <a:gd name="csX8" fmla="*/ 23902 w 241692"/>
                  <a:gd name="csY8" fmla="*/ 455828 h 494783"/>
                  <a:gd name="csX9" fmla="*/ 0 w 241692"/>
                  <a:gd name="csY9" fmla="*/ 477473 h 494783"/>
                  <a:gd name="csX10" fmla="*/ 12520 w 241692"/>
                  <a:gd name="csY10" fmla="*/ 494560 h 494783"/>
                  <a:gd name="csX11" fmla="*/ 42114 w 241692"/>
                  <a:gd name="csY11" fmla="*/ 488864 h 494783"/>
                  <a:gd name="csX12" fmla="*/ 93333 w 241692"/>
                  <a:gd name="csY12" fmla="*/ 453550 h 494783"/>
                  <a:gd name="csX13" fmla="*/ 204878 w 241692"/>
                  <a:gd name="csY13" fmla="*/ 289508 h 494783"/>
                  <a:gd name="csX14" fmla="*/ 237886 w 241692"/>
                  <a:gd name="csY14" fmla="*/ 125467 h 4947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41692" h="494783">
                    <a:moveTo>
                      <a:pt x="237886" y="125467"/>
                    </a:moveTo>
                    <a:cubicBezTo>
                      <a:pt x="236748" y="95848"/>
                      <a:pt x="219674" y="73065"/>
                      <a:pt x="211707" y="46864"/>
                    </a:cubicBezTo>
                    <a:cubicBezTo>
                      <a:pt x="202601" y="34333"/>
                      <a:pt x="195772" y="17245"/>
                      <a:pt x="186666" y="3575"/>
                    </a:cubicBezTo>
                    <a:cubicBezTo>
                      <a:pt x="180975" y="-2121"/>
                      <a:pt x="175284" y="157"/>
                      <a:pt x="168455" y="2436"/>
                    </a:cubicBezTo>
                    <a:lnTo>
                      <a:pt x="168455" y="36611"/>
                    </a:lnTo>
                    <a:cubicBezTo>
                      <a:pt x="171870" y="48003"/>
                      <a:pt x="174146" y="59395"/>
                      <a:pt x="177561" y="69647"/>
                    </a:cubicBezTo>
                    <a:cubicBezTo>
                      <a:pt x="188943" y="90152"/>
                      <a:pt x="198048" y="109518"/>
                      <a:pt x="202601" y="133441"/>
                    </a:cubicBezTo>
                    <a:cubicBezTo>
                      <a:pt x="213983" y="197235"/>
                      <a:pt x="182113" y="245080"/>
                      <a:pt x="155935" y="294065"/>
                    </a:cubicBezTo>
                    <a:cubicBezTo>
                      <a:pt x="127480" y="357859"/>
                      <a:pt x="68293" y="411400"/>
                      <a:pt x="23902" y="455828"/>
                    </a:cubicBezTo>
                    <a:cubicBezTo>
                      <a:pt x="14797" y="461524"/>
                      <a:pt x="0" y="463803"/>
                      <a:pt x="0" y="477473"/>
                    </a:cubicBezTo>
                    <a:cubicBezTo>
                      <a:pt x="1138" y="486586"/>
                      <a:pt x="4553" y="490004"/>
                      <a:pt x="12520" y="494560"/>
                    </a:cubicBezTo>
                    <a:cubicBezTo>
                      <a:pt x="22764" y="495699"/>
                      <a:pt x="33008" y="492282"/>
                      <a:pt x="42114" y="488864"/>
                    </a:cubicBezTo>
                    <a:cubicBezTo>
                      <a:pt x="59187" y="476333"/>
                      <a:pt x="84228" y="476333"/>
                      <a:pt x="93333" y="453550"/>
                    </a:cubicBezTo>
                    <a:cubicBezTo>
                      <a:pt x="140000" y="407983"/>
                      <a:pt x="176422" y="347606"/>
                      <a:pt x="204878" y="289508"/>
                    </a:cubicBezTo>
                    <a:cubicBezTo>
                      <a:pt x="237886" y="241663"/>
                      <a:pt x="248130" y="184704"/>
                      <a:pt x="237886" y="125467"/>
                    </a:cubicBezTo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F23D554D-A090-0A56-45B4-58D1F47A0C39}"/>
                  </a:ext>
                </a:extLst>
              </p:cNvPr>
              <p:cNvSpPr/>
              <p:nvPr/>
            </p:nvSpPr>
            <p:spPr>
              <a:xfrm>
                <a:off x="11372742" y="566100"/>
                <a:ext cx="89141" cy="61694"/>
              </a:xfrm>
              <a:custGeom>
                <a:avLst/>
                <a:gdLst>
                  <a:gd name="csX0" fmla="*/ 26502 w 89141"/>
                  <a:gd name="csY0" fmla="*/ 58251 h 61694"/>
                  <a:gd name="csX1" fmla="*/ 87966 w 89141"/>
                  <a:gd name="csY1" fmla="*/ 51416 h 61694"/>
                  <a:gd name="csX2" fmla="*/ 81136 w 89141"/>
                  <a:gd name="csY2" fmla="*/ 24076 h 61694"/>
                  <a:gd name="csX3" fmla="*/ 15120 w 89141"/>
                  <a:gd name="csY3" fmla="*/ 2431 h 61694"/>
                  <a:gd name="csX4" fmla="*/ 324 w 89141"/>
                  <a:gd name="csY4" fmla="*/ 34328 h 61694"/>
                  <a:gd name="csX5" fmla="*/ 26502 w 89141"/>
                  <a:gd name="csY5" fmla="*/ 58251 h 616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89141" h="61694">
                    <a:moveTo>
                      <a:pt x="26502" y="58251"/>
                    </a:moveTo>
                    <a:cubicBezTo>
                      <a:pt x="45852" y="59390"/>
                      <a:pt x="76584" y="68504"/>
                      <a:pt x="87966" y="51416"/>
                    </a:cubicBezTo>
                    <a:cubicBezTo>
                      <a:pt x="91380" y="41163"/>
                      <a:pt x="86828" y="30911"/>
                      <a:pt x="81136" y="24076"/>
                    </a:cubicBezTo>
                    <a:cubicBezTo>
                      <a:pt x="58372" y="17241"/>
                      <a:pt x="43576" y="-7821"/>
                      <a:pt x="15120" y="2431"/>
                    </a:cubicBezTo>
                    <a:cubicBezTo>
                      <a:pt x="8291" y="10406"/>
                      <a:pt x="-1953" y="19519"/>
                      <a:pt x="324" y="34328"/>
                    </a:cubicBezTo>
                    <a:cubicBezTo>
                      <a:pt x="2600" y="45720"/>
                      <a:pt x="13982" y="54833"/>
                      <a:pt x="26502" y="58251"/>
                    </a:cubicBezTo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A26AB5C-974C-E30E-913A-56CA9A3CCD9A}"/>
                </a:ext>
              </a:extLst>
            </p:cNvPr>
            <p:cNvSpPr/>
            <p:nvPr/>
          </p:nvSpPr>
          <p:spPr>
            <a:xfrm>
              <a:off x="9534858" y="544608"/>
              <a:ext cx="1338533" cy="505794"/>
            </a:xfrm>
            <a:prstGeom prst="rect">
              <a:avLst/>
            </a:prstGeom>
            <a:solidFill>
              <a:schemeClr val="bg1"/>
            </a:solidFill>
            <a:ln w="11339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grpSp>
          <p:nvGrpSpPr>
            <p:cNvPr id="57" name="Graphic 39">
              <a:extLst>
                <a:ext uri="{FF2B5EF4-FFF2-40B4-BE49-F238E27FC236}">
                  <a16:creationId xmlns:a16="http://schemas.microsoft.com/office/drawing/2014/main" id="{CE9FEBD5-ED7A-52BC-0274-65D457748F45}"/>
                </a:ext>
              </a:extLst>
            </p:cNvPr>
            <p:cNvGrpSpPr/>
            <p:nvPr/>
          </p:nvGrpSpPr>
          <p:grpSpPr>
            <a:xfrm>
              <a:off x="9637297" y="609541"/>
              <a:ext cx="1142761" cy="375928"/>
              <a:chOff x="9637297" y="609541"/>
              <a:chExt cx="1142761" cy="375928"/>
            </a:xfrm>
            <a:solidFill>
              <a:srgbClr val="FFFFFF"/>
            </a:solidFill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959D4FE2-4F67-0A11-37A7-C0246FCDE393}"/>
                  </a:ext>
                </a:extLst>
              </p:cNvPr>
              <p:cNvSpPr/>
              <p:nvPr/>
            </p:nvSpPr>
            <p:spPr>
              <a:xfrm>
                <a:off x="9911605" y="612959"/>
                <a:ext cx="52357" cy="367954"/>
              </a:xfrm>
              <a:custGeom>
                <a:avLst/>
                <a:gdLst>
                  <a:gd name="csX0" fmla="*/ 0 w 52357"/>
                  <a:gd name="csY0" fmla="*/ 0 h 367954"/>
                  <a:gd name="csX1" fmla="*/ 52358 w 52357"/>
                  <a:gd name="csY1" fmla="*/ 0 h 367954"/>
                  <a:gd name="csX2" fmla="*/ 52358 w 52357"/>
                  <a:gd name="csY2" fmla="*/ 367954 h 367954"/>
                  <a:gd name="csX3" fmla="*/ 0 w 52357"/>
                  <a:gd name="csY3" fmla="*/ 367954 h 367954"/>
                  <a:gd name="csX4" fmla="*/ 0 w 52357"/>
                  <a:gd name="csY4" fmla="*/ 0 h 367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357" h="367954">
                    <a:moveTo>
                      <a:pt x="0" y="0"/>
                    </a:moveTo>
                    <a:lnTo>
                      <a:pt x="52358" y="0"/>
                    </a:lnTo>
                    <a:lnTo>
                      <a:pt x="52358" y="367954"/>
                    </a:lnTo>
                    <a:lnTo>
                      <a:pt x="0" y="3679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2C5170A-6C85-C706-F74D-95004918FEDC}"/>
                  </a:ext>
                </a:extLst>
              </p:cNvPr>
              <p:cNvSpPr/>
              <p:nvPr/>
            </p:nvSpPr>
            <p:spPr>
              <a:xfrm>
                <a:off x="10058434" y="610680"/>
                <a:ext cx="177560" cy="374789"/>
              </a:xfrm>
              <a:custGeom>
                <a:avLst/>
                <a:gdLst>
                  <a:gd name="csX0" fmla="*/ 0 w 177560"/>
                  <a:gd name="csY0" fmla="*/ 89995 h 374789"/>
                  <a:gd name="csX1" fmla="*/ 88780 w 177560"/>
                  <a:gd name="csY1" fmla="*/ 0 h 374789"/>
                  <a:gd name="csX2" fmla="*/ 177561 w 177560"/>
                  <a:gd name="csY2" fmla="*/ 89995 h 374789"/>
                  <a:gd name="csX3" fmla="*/ 177561 w 177560"/>
                  <a:gd name="csY3" fmla="*/ 284794 h 374789"/>
                  <a:gd name="csX4" fmla="*/ 88780 w 177560"/>
                  <a:gd name="csY4" fmla="*/ 374789 h 374789"/>
                  <a:gd name="csX5" fmla="*/ 0 w 177560"/>
                  <a:gd name="csY5" fmla="*/ 284794 h 374789"/>
                  <a:gd name="csX6" fmla="*/ 0 w 177560"/>
                  <a:gd name="csY6" fmla="*/ 89995 h 374789"/>
                  <a:gd name="csX7" fmla="*/ 53496 w 177560"/>
                  <a:gd name="csY7" fmla="*/ 283655 h 374789"/>
                  <a:gd name="csX8" fmla="*/ 88780 w 177560"/>
                  <a:gd name="csY8" fmla="*/ 321248 h 374789"/>
                  <a:gd name="csX9" fmla="*/ 124065 w 177560"/>
                  <a:gd name="csY9" fmla="*/ 283655 h 374789"/>
                  <a:gd name="csX10" fmla="*/ 124065 w 177560"/>
                  <a:gd name="csY10" fmla="*/ 88856 h 374789"/>
                  <a:gd name="csX11" fmla="*/ 88780 w 177560"/>
                  <a:gd name="csY11" fmla="*/ 51263 h 374789"/>
                  <a:gd name="csX12" fmla="*/ 53496 w 177560"/>
                  <a:gd name="csY12" fmla="*/ 88856 h 374789"/>
                  <a:gd name="csX13" fmla="*/ 53496 w 177560"/>
                  <a:gd name="csY13" fmla="*/ 283655 h 3747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77560" h="374789">
                    <a:moveTo>
                      <a:pt x="0" y="89995"/>
                    </a:moveTo>
                    <a:cubicBezTo>
                      <a:pt x="0" y="29619"/>
                      <a:pt x="45528" y="0"/>
                      <a:pt x="88780" y="0"/>
                    </a:cubicBezTo>
                    <a:cubicBezTo>
                      <a:pt x="132032" y="0"/>
                      <a:pt x="177561" y="29619"/>
                      <a:pt x="177561" y="89995"/>
                    </a:cubicBezTo>
                    <a:lnTo>
                      <a:pt x="177561" y="284794"/>
                    </a:lnTo>
                    <a:cubicBezTo>
                      <a:pt x="177561" y="345171"/>
                      <a:pt x="132032" y="374789"/>
                      <a:pt x="88780" y="374789"/>
                    </a:cubicBezTo>
                    <a:cubicBezTo>
                      <a:pt x="45528" y="374789"/>
                      <a:pt x="0" y="345171"/>
                      <a:pt x="0" y="284794"/>
                    </a:cubicBezTo>
                    <a:lnTo>
                      <a:pt x="0" y="89995"/>
                    </a:lnTo>
                    <a:close/>
                    <a:moveTo>
                      <a:pt x="53496" y="283655"/>
                    </a:moveTo>
                    <a:cubicBezTo>
                      <a:pt x="53496" y="308717"/>
                      <a:pt x="70569" y="321248"/>
                      <a:pt x="88780" y="321248"/>
                    </a:cubicBezTo>
                    <a:cubicBezTo>
                      <a:pt x="106992" y="321248"/>
                      <a:pt x="124065" y="309856"/>
                      <a:pt x="124065" y="283655"/>
                    </a:cubicBezTo>
                    <a:lnTo>
                      <a:pt x="124065" y="88856"/>
                    </a:lnTo>
                    <a:cubicBezTo>
                      <a:pt x="124065" y="63794"/>
                      <a:pt x="106992" y="51263"/>
                      <a:pt x="88780" y="51263"/>
                    </a:cubicBezTo>
                    <a:cubicBezTo>
                      <a:pt x="70569" y="51263"/>
                      <a:pt x="53496" y="62655"/>
                      <a:pt x="53496" y="88856"/>
                    </a:cubicBezTo>
                    <a:lnTo>
                      <a:pt x="53496" y="283655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00458A9-E4AE-4EAC-0D17-446559836E0F}"/>
                  </a:ext>
                </a:extLst>
              </p:cNvPr>
              <p:cNvSpPr/>
              <p:nvPr/>
            </p:nvSpPr>
            <p:spPr>
              <a:xfrm>
                <a:off x="10333881" y="612959"/>
                <a:ext cx="170731" cy="371371"/>
              </a:xfrm>
              <a:custGeom>
                <a:avLst/>
                <a:gdLst>
                  <a:gd name="csX0" fmla="*/ 170731 w 170731"/>
                  <a:gd name="csY0" fmla="*/ 285934 h 371371"/>
                  <a:gd name="csX1" fmla="*/ 85366 w 170731"/>
                  <a:gd name="csY1" fmla="*/ 371372 h 371371"/>
                  <a:gd name="csX2" fmla="*/ 0 w 170731"/>
                  <a:gd name="csY2" fmla="*/ 285934 h 371371"/>
                  <a:gd name="csX3" fmla="*/ 0 w 170731"/>
                  <a:gd name="csY3" fmla="*/ 1139 h 371371"/>
                  <a:gd name="csX4" fmla="*/ 52358 w 170731"/>
                  <a:gd name="csY4" fmla="*/ 1139 h 371371"/>
                  <a:gd name="csX5" fmla="*/ 52358 w 170731"/>
                  <a:gd name="csY5" fmla="*/ 281377 h 371371"/>
                  <a:gd name="csX6" fmla="*/ 85366 w 170731"/>
                  <a:gd name="csY6" fmla="*/ 320109 h 371371"/>
                  <a:gd name="csX7" fmla="*/ 118374 w 170731"/>
                  <a:gd name="csY7" fmla="*/ 281377 h 371371"/>
                  <a:gd name="csX8" fmla="*/ 118374 w 170731"/>
                  <a:gd name="csY8" fmla="*/ 0 h 371371"/>
                  <a:gd name="csX9" fmla="*/ 170731 w 170731"/>
                  <a:gd name="csY9" fmla="*/ 0 h 371371"/>
                  <a:gd name="csX10" fmla="*/ 170731 w 170731"/>
                  <a:gd name="csY10" fmla="*/ 285934 h 3713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70731" h="371371">
                    <a:moveTo>
                      <a:pt x="170731" y="285934"/>
                    </a:moveTo>
                    <a:cubicBezTo>
                      <a:pt x="170731" y="333779"/>
                      <a:pt x="132032" y="371372"/>
                      <a:pt x="85366" y="371372"/>
                    </a:cubicBezTo>
                    <a:cubicBezTo>
                      <a:pt x="38699" y="371372"/>
                      <a:pt x="0" y="333779"/>
                      <a:pt x="0" y="285934"/>
                    </a:cubicBezTo>
                    <a:lnTo>
                      <a:pt x="0" y="1139"/>
                    </a:lnTo>
                    <a:lnTo>
                      <a:pt x="52358" y="1139"/>
                    </a:lnTo>
                    <a:lnTo>
                      <a:pt x="52358" y="281377"/>
                    </a:lnTo>
                    <a:cubicBezTo>
                      <a:pt x="52358" y="307578"/>
                      <a:pt x="66016" y="320109"/>
                      <a:pt x="85366" y="320109"/>
                    </a:cubicBezTo>
                    <a:cubicBezTo>
                      <a:pt x="103577" y="320109"/>
                      <a:pt x="118374" y="307578"/>
                      <a:pt x="118374" y="281377"/>
                    </a:cubicBezTo>
                    <a:lnTo>
                      <a:pt x="118374" y="0"/>
                    </a:lnTo>
                    <a:lnTo>
                      <a:pt x="170731" y="0"/>
                    </a:lnTo>
                    <a:lnTo>
                      <a:pt x="170731" y="285934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67396F09-E5D3-F825-FC02-F4866449AB88}"/>
                  </a:ext>
                </a:extLst>
              </p:cNvPr>
              <p:cNvSpPr/>
              <p:nvPr/>
            </p:nvSpPr>
            <p:spPr>
              <a:xfrm>
                <a:off x="10577457" y="612959"/>
                <a:ext cx="202601" cy="367954"/>
              </a:xfrm>
              <a:custGeom>
                <a:avLst/>
                <a:gdLst>
                  <a:gd name="csX0" fmla="*/ 73984 w 202601"/>
                  <a:gd name="csY0" fmla="*/ 175433 h 367954"/>
                  <a:gd name="csX1" fmla="*/ 5691 w 202601"/>
                  <a:gd name="csY1" fmla="*/ 0 h 367954"/>
                  <a:gd name="csX2" fmla="*/ 61463 w 202601"/>
                  <a:gd name="csY2" fmla="*/ 0 h 367954"/>
                  <a:gd name="csX3" fmla="*/ 101301 w 202601"/>
                  <a:gd name="csY3" fmla="*/ 109361 h 367954"/>
                  <a:gd name="csX4" fmla="*/ 141138 w 202601"/>
                  <a:gd name="csY4" fmla="*/ 0 h 367954"/>
                  <a:gd name="csX5" fmla="*/ 196910 w 202601"/>
                  <a:gd name="csY5" fmla="*/ 0 h 367954"/>
                  <a:gd name="csX6" fmla="*/ 126341 w 202601"/>
                  <a:gd name="csY6" fmla="*/ 175433 h 367954"/>
                  <a:gd name="csX7" fmla="*/ 202601 w 202601"/>
                  <a:gd name="csY7" fmla="*/ 367954 h 367954"/>
                  <a:gd name="csX8" fmla="*/ 146829 w 202601"/>
                  <a:gd name="csY8" fmla="*/ 367954 h 367954"/>
                  <a:gd name="csX9" fmla="*/ 101301 w 202601"/>
                  <a:gd name="csY9" fmla="*/ 243784 h 367954"/>
                  <a:gd name="csX10" fmla="*/ 55772 w 202601"/>
                  <a:gd name="csY10" fmla="*/ 367954 h 367954"/>
                  <a:gd name="csX11" fmla="*/ 0 w 202601"/>
                  <a:gd name="csY11" fmla="*/ 367954 h 367954"/>
                  <a:gd name="csX12" fmla="*/ 73984 w 202601"/>
                  <a:gd name="csY12" fmla="*/ 175433 h 367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02601" h="367954">
                    <a:moveTo>
                      <a:pt x="73984" y="175433"/>
                    </a:moveTo>
                    <a:lnTo>
                      <a:pt x="5691" y="0"/>
                    </a:lnTo>
                    <a:lnTo>
                      <a:pt x="61463" y="0"/>
                    </a:lnTo>
                    <a:lnTo>
                      <a:pt x="101301" y="109361"/>
                    </a:lnTo>
                    <a:lnTo>
                      <a:pt x="141138" y="0"/>
                    </a:lnTo>
                    <a:lnTo>
                      <a:pt x="196910" y="0"/>
                    </a:lnTo>
                    <a:lnTo>
                      <a:pt x="126341" y="175433"/>
                    </a:lnTo>
                    <a:lnTo>
                      <a:pt x="202601" y="367954"/>
                    </a:lnTo>
                    <a:lnTo>
                      <a:pt x="146829" y="367954"/>
                    </a:lnTo>
                    <a:lnTo>
                      <a:pt x="101301" y="243784"/>
                    </a:lnTo>
                    <a:lnTo>
                      <a:pt x="55772" y="367954"/>
                    </a:lnTo>
                    <a:lnTo>
                      <a:pt x="0" y="367954"/>
                    </a:lnTo>
                    <a:lnTo>
                      <a:pt x="73984" y="175433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8F2AC342-3CB8-8129-C95F-7F067635C84F}"/>
                  </a:ext>
                </a:extLst>
              </p:cNvPr>
              <p:cNvSpPr/>
              <p:nvPr/>
            </p:nvSpPr>
            <p:spPr>
              <a:xfrm>
                <a:off x="9637297" y="609541"/>
                <a:ext cx="180975" cy="374789"/>
              </a:xfrm>
              <a:custGeom>
                <a:avLst/>
                <a:gdLst>
                  <a:gd name="csX0" fmla="*/ 125203 w 180975"/>
                  <a:gd name="csY0" fmla="*/ 166320 h 374789"/>
                  <a:gd name="csX1" fmla="*/ 85366 w 180975"/>
                  <a:gd name="csY1" fmla="*/ 150371 h 374789"/>
                  <a:gd name="csX2" fmla="*/ 55772 w 180975"/>
                  <a:gd name="csY2" fmla="*/ 101387 h 374789"/>
                  <a:gd name="csX3" fmla="*/ 91057 w 180975"/>
                  <a:gd name="csY3" fmla="*/ 53541 h 374789"/>
                  <a:gd name="csX4" fmla="*/ 128618 w 180975"/>
                  <a:gd name="csY4" fmla="*/ 97969 h 374789"/>
                  <a:gd name="csX5" fmla="*/ 128618 w 180975"/>
                  <a:gd name="csY5" fmla="*/ 109361 h 374789"/>
                  <a:gd name="csX6" fmla="*/ 180975 w 180975"/>
                  <a:gd name="csY6" fmla="*/ 100248 h 374789"/>
                  <a:gd name="csX7" fmla="*/ 180975 w 180975"/>
                  <a:gd name="csY7" fmla="*/ 83160 h 374789"/>
                  <a:gd name="csX8" fmla="*/ 93333 w 180975"/>
                  <a:gd name="csY8" fmla="*/ 0 h 374789"/>
                  <a:gd name="csX9" fmla="*/ 3415 w 180975"/>
                  <a:gd name="csY9" fmla="*/ 100248 h 374789"/>
                  <a:gd name="csX10" fmla="*/ 60325 w 180975"/>
                  <a:gd name="csY10" fmla="*/ 194799 h 374789"/>
                  <a:gd name="csX11" fmla="*/ 97886 w 180975"/>
                  <a:gd name="csY11" fmla="*/ 210748 h 374789"/>
                  <a:gd name="csX12" fmla="*/ 128618 w 180975"/>
                  <a:gd name="csY12" fmla="*/ 266568 h 374789"/>
                  <a:gd name="csX13" fmla="*/ 89919 w 180975"/>
                  <a:gd name="csY13" fmla="*/ 321248 h 374789"/>
                  <a:gd name="csX14" fmla="*/ 52358 w 180975"/>
                  <a:gd name="csY14" fmla="*/ 283655 h 374789"/>
                  <a:gd name="csX15" fmla="*/ 52358 w 180975"/>
                  <a:gd name="csY15" fmla="*/ 267707 h 374789"/>
                  <a:gd name="csX16" fmla="*/ 0 w 180975"/>
                  <a:gd name="csY16" fmla="*/ 276820 h 374789"/>
                  <a:gd name="csX17" fmla="*/ 0 w 180975"/>
                  <a:gd name="csY17" fmla="*/ 287073 h 374789"/>
                  <a:gd name="csX18" fmla="*/ 89919 w 180975"/>
                  <a:gd name="csY18" fmla="*/ 374789 h 374789"/>
                  <a:gd name="csX19" fmla="*/ 180975 w 180975"/>
                  <a:gd name="csY19" fmla="*/ 266568 h 374789"/>
                  <a:gd name="csX20" fmla="*/ 125203 w 180975"/>
                  <a:gd name="csY20" fmla="*/ 166320 h 3747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180975" h="374789">
                    <a:moveTo>
                      <a:pt x="125203" y="166320"/>
                    </a:moveTo>
                    <a:lnTo>
                      <a:pt x="85366" y="150371"/>
                    </a:lnTo>
                    <a:cubicBezTo>
                      <a:pt x="58049" y="138980"/>
                      <a:pt x="55772" y="129866"/>
                      <a:pt x="55772" y="101387"/>
                    </a:cubicBezTo>
                    <a:cubicBezTo>
                      <a:pt x="55772" y="77464"/>
                      <a:pt x="62601" y="53541"/>
                      <a:pt x="91057" y="53541"/>
                    </a:cubicBezTo>
                    <a:cubicBezTo>
                      <a:pt x="118374" y="53541"/>
                      <a:pt x="128618" y="74047"/>
                      <a:pt x="128618" y="97969"/>
                    </a:cubicBezTo>
                    <a:lnTo>
                      <a:pt x="128618" y="109361"/>
                    </a:lnTo>
                    <a:lnTo>
                      <a:pt x="180975" y="100248"/>
                    </a:lnTo>
                    <a:lnTo>
                      <a:pt x="180975" y="83160"/>
                    </a:lnTo>
                    <a:cubicBezTo>
                      <a:pt x="180975" y="42150"/>
                      <a:pt x="145691" y="0"/>
                      <a:pt x="93333" y="0"/>
                    </a:cubicBezTo>
                    <a:cubicBezTo>
                      <a:pt x="33008" y="0"/>
                      <a:pt x="3415" y="44428"/>
                      <a:pt x="3415" y="100248"/>
                    </a:cubicBezTo>
                    <a:cubicBezTo>
                      <a:pt x="3415" y="145815"/>
                      <a:pt x="14797" y="176572"/>
                      <a:pt x="60325" y="194799"/>
                    </a:cubicBezTo>
                    <a:lnTo>
                      <a:pt x="97886" y="210748"/>
                    </a:lnTo>
                    <a:cubicBezTo>
                      <a:pt x="124065" y="221000"/>
                      <a:pt x="128618" y="227835"/>
                      <a:pt x="128618" y="266568"/>
                    </a:cubicBezTo>
                    <a:cubicBezTo>
                      <a:pt x="128618" y="299604"/>
                      <a:pt x="126341" y="321248"/>
                      <a:pt x="89919" y="321248"/>
                    </a:cubicBezTo>
                    <a:cubicBezTo>
                      <a:pt x="62601" y="321248"/>
                      <a:pt x="52358" y="303021"/>
                      <a:pt x="52358" y="283655"/>
                    </a:cubicBezTo>
                    <a:lnTo>
                      <a:pt x="52358" y="267707"/>
                    </a:lnTo>
                    <a:lnTo>
                      <a:pt x="0" y="276820"/>
                    </a:lnTo>
                    <a:lnTo>
                      <a:pt x="0" y="287073"/>
                    </a:lnTo>
                    <a:cubicBezTo>
                      <a:pt x="0" y="337197"/>
                      <a:pt x="38699" y="374789"/>
                      <a:pt x="89919" y="374789"/>
                    </a:cubicBezTo>
                    <a:cubicBezTo>
                      <a:pt x="158211" y="374789"/>
                      <a:pt x="180975" y="329222"/>
                      <a:pt x="180975" y="266568"/>
                    </a:cubicBezTo>
                    <a:cubicBezTo>
                      <a:pt x="179837" y="213026"/>
                      <a:pt x="170731" y="183408"/>
                      <a:pt x="125203" y="166320"/>
                    </a:cubicBez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6012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F1F86CD-62CF-3C8E-4834-6CF5A3E4F69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4692073" y="0"/>
            <a:ext cx="7499928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A0B9527B-B980-B0BE-8362-AED38AF0F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809" y="5263998"/>
            <a:ext cx="3010937" cy="258762"/>
          </a:xfrm>
        </p:spPr>
        <p:txBody>
          <a:bodyPr lIns="0">
            <a:noAutofit/>
          </a:bodyPr>
          <a:lstStyle>
            <a:lvl1pPr marL="0" indent="0">
              <a:buNone/>
              <a:defRPr sz="1500" b="0" cap="all" baseline="0">
                <a:solidFill>
                  <a:schemeClr val="tx1"/>
                </a:solidFill>
                <a:latin typeface="+mj-lt"/>
                <a:ea typeface="Roboto Condensed Medium" panose="02000000000000000000" pitchFamily="2" charset="0"/>
              </a:defRPr>
            </a:lvl1pPr>
          </a:lstStyle>
          <a:p>
            <a:pPr lvl="0"/>
            <a:r>
              <a:rPr lang="en-US"/>
              <a:t>DATE</a:t>
            </a:r>
            <a:endParaRPr lang="nl-NL"/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A470836C-9900-059E-03C5-A538DBCF623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12190" y="4892189"/>
            <a:ext cx="3005327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500" b="1" cap="all" baseline="0">
                <a:solidFill>
                  <a:srgbClr val="F04A03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name</a:t>
            </a:r>
            <a:endParaRPr lang="nl-NL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AF27C6-253A-9057-54DA-787A04EF723B}"/>
              </a:ext>
            </a:extLst>
          </p:cNvPr>
          <p:cNvGrpSpPr/>
          <p:nvPr userDrawn="1"/>
        </p:nvGrpSpPr>
        <p:grpSpPr>
          <a:xfrm>
            <a:off x="632400" y="4957778"/>
            <a:ext cx="86400" cy="143405"/>
            <a:chOff x="704853" y="5098732"/>
            <a:chExt cx="86400" cy="14340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D553E1-D650-46AE-6A23-A6C5E5EB820E}"/>
                </a:ext>
              </a:extLst>
            </p:cNvPr>
            <p:cNvSpPr/>
            <p:nvPr/>
          </p:nvSpPr>
          <p:spPr>
            <a:xfrm>
              <a:off x="704853" y="50987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52B535-04D1-CD09-6E0A-0B9E6D267901}"/>
                </a:ext>
              </a:extLst>
            </p:cNvPr>
            <p:cNvSpPr/>
            <p:nvPr/>
          </p:nvSpPr>
          <p:spPr>
            <a:xfrm>
              <a:off x="733653" y="51275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CD7F02-C096-BE87-254D-40ABB619BB1E}"/>
                </a:ext>
              </a:extLst>
            </p:cNvPr>
            <p:cNvSpPr/>
            <p:nvPr/>
          </p:nvSpPr>
          <p:spPr>
            <a:xfrm>
              <a:off x="762453" y="5155955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87DD20-494E-06F7-9040-E92180658B6F}"/>
                </a:ext>
              </a:extLst>
            </p:cNvPr>
            <p:cNvSpPr/>
            <p:nvPr/>
          </p:nvSpPr>
          <p:spPr>
            <a:xfrm>
              <a:off x="733653" y="5184646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4F450A-45B7-29CA-6A82-65063F5F7983}"/>
                </a:ext>
              </a:extLst>
            </p:cNvPr>
            <p:cNvSpPr/>
            <p:nvPr/>
          </p:nvSpPr>
          <p:spPr>
            <a:xfrm>
              <a:off x="704853" y="5213337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13A8A2-CEE4-5B71-67A2-304EBB7C4280}"/>
              </a:ext>
            </a:extLst>
          </p:cNvPr>
          <p:cNvGrpSpPr/>
          <p:nvPr userDrawn="1"/>
        </p:nvGrpSpPr>
        <p:grpSpPr>
          <a:xfrm>
            <a:off x="632400" y="5324251"/>
            <a:ext cx="86400" cy="143405"/>
            <a:chOff x="704853" y="5098732"/>
            <a:chExt cx="86400" cy="14340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49AA38-3933-C5BA-B009-875F5CF8C0B5}"/>
                </a:ext>
              </a:extLst>
            </p:cNvPr>
            <p:cNvSpPr/>
            <p:nvPr/>
          </p:nvSpPr>
          <p:spPr>
            <a:xfrm>
              <a:off x="704853" y="50987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AD182FF-6C5B-4DAE-DDC3-6F340194BFA1}"/>
                </a:ext>
              </a:extLst>
            </p:cNvPr>
            <p:cNvSpPr/>
            <p:nvPr/>
          </p:nvSpPr>
          <p:spPr>
            <a:xfrm>
              <a:off x="733653" y="51275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E4C960-7896-D9E2-45C8-F10DC2692502}"/>
                </a:ext>
              </a:extLst>
            </p:cNvPr>
            <p:cNvSpPr/>
            <p:nvPr/>
          </p:nvSpPr>
          <p:spPr>
            <a:xfrm>
              <a:off x="762453" y="5155955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5F5E3B-BE4B-FA2A-828D-A89D05FC6ECD}"/>
                </a:ext>
              </a:extLst>
            </p:cNvPr>
            <p:cNvSpPr/>
            <p:nvPr/>
          </p:nvSpPr>
          <p:spPr>
            <a:xfrm>
              <a:off x="733653" y="5184646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E3B2DAD-0748-7DD1-F53D-05EFF9232699}"/>
                </a:ext>
              </a:extLst>
            </p:cNvPr>
            <p:cNvSpPr/>
            <p:nvPr/>
          </p:nvSpPr>
          <p:spPr>
            <a:xfrm>
              <a:off x="704853" y="5213337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6C6E2BE-3354-3118-CE32-370AB7E99C93}"/>
              </a:ext>
            </a:extLst>
          </p:cNvPr>
          <p:cNvSpPr/>
          <p:nvPr userDrawn="1"/>
        </p:nvSpPr>
        <p:spPr>
          <a:xfrm>
            <a:off x="12822558" y="0"/>
            <a:ext cx="2576346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0CCAC-F3C8-A188-935F-2125F66E4A89}"/>
              </a:ext>
            </a:extLst>
          </p:cNvPr>
          <p:cNvSpPr txBox="1"/>
          <p:nvPr userDrawn="1"/>
        </p:nvSpPr>
        <p:spPr>
          <a:xfrm>
            <a:off x="13103421" y="182007"/>
            <a:ext cx="178101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/>
              <a:t>To replace image:</a:t>
            </a:r>
          </a:p>
          <a:p>
            <a:r>
              <a:rPr lang="en-US" sz="1600"/>
              <a:t>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6FA43-55BA-1DBF-6827-64F51897EEC6}"/>
              </a:ext>
            </a:extLst>
          </p:cNvPr>
          <p:cNvSpPr txBox="1"/>
          <p:nvPr userDrawn="1"/>
        </p:nvSpPr>
        <p:spPr>
          <a:xfrm>
            <a:off x="13103420" y="852780"/>
            <a:ext cx="1184940" cy="3539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Just delete the image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Add another one.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A419BB-867D-160C-5BD9-271AE71AD970}"/>
              </a:ext>
            </a:extLst>
          </p:cNvPr>
          <p:cNvSpPr txBox="1"/>
          <p:nvPr userDrawn="1"/>
        </p:nvSpPr>
        <p:spPr>
          <a:xfrm>
            <a:off x="630558" y="2461929"/>
            <a:ext cx="3606161" cy="21729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WE bring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High-tech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To </a:t>
            </a:r>
            <a:r>
              <a:rPr lang="en-US" sz="6000" b="1" cap="all" baseline="0" dirty="0">
                <a:solidFill>
                  <a:srgbClr val="F04A03"/>
                </a:solidFill>
                <a:latin typeface="+mj-lt"/>
              </a:rPr>
              <a:t>life</a:t>
            </a:r>
            <a:endParaRPr lang="en-GB" sz="6000" b="1" cap="all" baseline="0" dirty="0">
              <a:solidFill>
                <a:srgbClr val="F04A03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07C51E-13CA-EA10-50CA-FBE9B59A0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647" y="4131108"/>
            <a:ext cx="1043976" cy="403054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FD52D45A-6A90-753C-E43C-08C164F31E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403" t="5543" r="1173" b="7882"/>
          <a:stretch>
            <a:fillRect/>
          </a:stretch>
        </p:blipFill>
        <p:spPr>
          <a:xfrm>
            <a:off x="646800" y="1478054"/>
            <a:ext cx="1317266" cy="46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9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83B0376A-FB57-680F-917D-09A4F7AAF2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1274A80-21B2-834A-C323-4317BC2BC9A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0" y="0"/>
            <a:ext cx="12192000" cy="4298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4851D08-F9AC-6384-96B4-1CB183E57B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729" y="4853017"/>
            <a:ext cx="8792363" cy="433360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11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9C43BE2A-F7B3-C618-9599-F2BD5F2CB1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109" y="5942807"/>
            <a:ext cx="4169491" cy="258762"/>
          </a:xfrm>
        </p:spPr>
        <p:txBody>
          <a:bodyPr lIns="0">
            <a:noAutofit/>
          </a:bodyPr>
          <a:lstStyle>
            <a:lvl1pPr marL="0" indent="0">
              <a:buNone/>
              <a:defRPr sz="1600" b="0">
                <a:latin typeface="Roboto Condensed regular" panose="02000000000000000000" pitchFamily="2" charset="0"/>
                <a:ea typeface="Roboto Condensed regular" panose="02000000000000000000" pitchFamily="2" charset="0"/>
              </a:defRPr>
            </a:lvl1pPr>
          </a:lstStyle>
          <a:p>
            <a:pPr lvl="0"/>
            <a:r>
              <a:rPr lang="en-US" dirty="0"/>
              <a:t>Name &amp; Date</a:t>
            </a:r>
            <a:endParaRPr lang="nl-N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4516F3-6FC3-B07B-1712-D2C253CC5D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728" y="5433220"/>
            <a:ext cx="8792364" cy="362743"/>
          </a:xfrm>
        </p:spPr>
        <p:txBody>
          <a:bodyPr lIns="0" anchor="ctr">
            <a:normAutofit/>
          </a:bodyPr>
          <a:lstStyle>
            <a:lvl1pPr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C76A441-03C3-B8FC-11D6-37086ABC0B0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0" y="4249781"/>
            <a:ext cx="11987210" cy="104863"/>
          </a:xfrm>
          <a:prstGeom prst="rect">
            <a:avLst/>
          </a:prstGeom>
          <a:solidFill>
            <a:srgbClr val="F14A03"/>
          </a:solidFill>
        </p:spPr>
        <p:txBody>
          <a:bodyPr>
            <a:noAutofit/>
          </a:bodyPr>
          <a:lstStyle>
            <a:lvl1pPr marL="0" indent="0">
              <a:buNone/>
              <a:defRPr sz="100">
                <a:solidFill>
                  <a:srgbClr val="F14A03"/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CFEA153-77ED-15E4-0A46-122EC792ABF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1987210" y="4298950"/>
            <a:ext cx="102395" cy="104863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E40FA3B-C195-0814-FEFD-C505C94E7AA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089606" y="4213313"/>
            <a:ext cx="102394" cy="98337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784F9E-66C8-BA02-7DA8-6E2C37ABF5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403" t="5543" r="1173" b="7882"/>
          <a:stretch>
            <a:fillRect/>
          </a:stretch>
        </p:blipFill>
        <p:spPr>
          <a:xfrm>
            <a:off x="9840093" y="5101130"/>
            <a:ext cx="1948494" cy="69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4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A8AACED5-442F-014D-3C51-CA8A38F39E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7A12A59-33C7-0E91-3758-3F0825ABA1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109" y="2916879"/>
            <a:ext cx="5250579" cy="416895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11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DFEB607-C781-34B2-7F29-2B6109F1AF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109" y="4152928"/>
            <a:ext cx="1793083" cy="258762"/>
          </a:xfrm>
        </p:spPr>
        <p:txBody>
          <a:bodyPr lIns="0">
            <a:noAutofit/>
          </a:bodyPr>
          <a:lstStyle>
            <a:lvl1pPr marL="0" indent="0">
              <a:buNone/>
              <a:defRPr sz="1400" b="0">
                <a:latin typeface="+mn-lt"/>
                <a:ea typeface="Roboto Condensed regular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  <a:endParaRPr lang="nl-NL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F756F687-A866-79F7-F157-E4996A2C1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108" y="4519058"/>
            <a:ext cx="1793083" cy="258762"/>
          </a:xfrm>
        </p:spPr>
        <p:txBody>
          <a:bodyPr lIns="0">
            <a:noAutofit/>
          </a:bodyPr>
          <a:lstStyle>
            <a:lvl1pPr marL="0" indent="0">
              <a:buNone/>
              <a:defRPr sz="1200" b="0">
                <a:latin typeface="+mn-lt"/>
                <a:ea typeface="Roboto Condensed regular" panose="02000000000000000000" pitchFamily="2" charset="0"/>
              </a:defRPr>
            </a:lvl1pPr>
          </a:lstStyle>
          <a:p>
            <a:pPr lvl="0"/>
            <a:r>
              <a:rPr lang="en-US" dirty="0"/>
              <a:t>Date</a:t>
            </a:r>
            <a:endParaRPr lang="nl-NL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1F94CF1-B8DE-17F2-A7A4-4AB13A163F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19950" y="1"/>
            <a:ext cx="2466975" cy="367284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41F469F0-4375-F75B-C5EE-B653B8D7105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27357" y="1"/>
            <a:ext cx="2864644" cy="441169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1" name="Picture Placeholder 28">
            <a:extLst>
              <a:ext uri="{FF2B5EF4-FFF2-40B4-BE49-F238E27FC236}">
                <a16:creationId xmlns:a16="http://schemas.microsoft.com/office/drawing/2014/main" id="{2F2D35E5-FEE3-F198-4C10-21C08B12EF6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719950" y="3787775"/>
            <a:ext cx="2466975" cy="307022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2" name="Picture Placeholder 28">
            <a:extLst>
              <a:ext uri="{FF2B5EF4-FFF2-40B4-BE49-F238E27FC236}">
                <a16:creationId xmlns:a16="http://schemas.microsoft.com/office/drawing/2014/main" id="{345C8DF2-2741-FD94-D00A-A17567C951E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27357" y="4519059"/>
            <a:ext cx="2864644" cy="233894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9E335C8-0C21-6A59-A7F3-CDFC3EE85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027" y="3447280"/>
            <a:ext cx="5250579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SUBTITLE</a:t>
            </a:r>
            <a:endParaRPr lang="nl-NL" dirty="0"/>
          </a:p>
          <a:p>
            <a:pPr lvl="0"/>
            <a:endParaRPr lang="nl-N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749CFD-95E7-BDBC-4AC5-A9CA98E444BE}"/>
              </a:ext>
            </a:extLst>
          </p:cNvPr>
          <p:cNvSpPr/>
          <p:nvPr userDrawn="1"/>
        </p:nvSpPr>
        <p:spPr>
          <a:xfrm>
            <a:off x="12706383" y="1"/>
            <a:ext cx="2576346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90E96-948C-EE29-7941-F913B7E5223C}"/>
              </a:ext>
            </a:extLst>
          </p:cNvPr>
          <p:cNvSpPr txBox="1"/>
          <p:nvPr userDrawn="1"/>
        </p:nvSpPr>
        <p:spPr>
          <a:xfrm>
            <a:off x="12987246" y="182008"/>
            <a:ext cx="178101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/>
              <a:t>To replace image:</a:t>
            </a:r>
          </a:p>
          <a:p>
            <a:r>
              <a:rPr lang="en-US" sz="1600"/>
              <a:t>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58F36-1425-FA22-50CC-CFE73A78F32E}"/>
              </a:ext>
            </a:extLst>
          </p:cNvPr>
          <p:cNvSpPr txBox="1"/>
          <p:nvPr userDrawn="1"/>
        </p:nvSpPr>
        <p:spPr>
          <a:xfrm>
            <a:off x="12987245" y="852781"/>
            <a:ext cx="1184940" cy="3539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Just delete the image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Add another one.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42D94C15-CB65-CEFE-115E-D1B6EC4425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603" y="6526286"/>
            <a:ext cx="5260003" cy="24426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22184C0-7B5C-F1A1-C0A5-9D7291EA934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403" t="5543" r="1173" b="7882"/>
          <a:stretch>
            <a:fillRect/>
          </a:stretch>
        </p:blipFill>
        <p:spPr>
          <a:xfrm>
            <a:off x="646800" y="1720753"/>
            <a:ext cx="1317266" cy="46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6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45649DD3-C768-459E-D876-F5E209C50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7A12A59-33C7-0E91-3758-3F0825ABA1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109" y="2916879"/>
            <a:ext cx="5250579" cy="416895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11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DFEB607-C781-34B2-7F29-2B6109F1AF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109" y="4152928"/>
            <a:ext cx="1793083" cy="258762"/>
          </a:xfrm>
        </p:spPr>
        <p:txBody>
          <a:bodyPr lIns="0">
            <a:noAutofit/>
          </a:bodyPr>
          <a:lstStyle>
            <a:lvl1pPr marL="0" indent="0">
              <a:buNone/>
              <a:defRPr sz="1400" b="0">
                <a:latin typeface="+mn-lt"/>
                <a:ea typeface="Roboto Condensed regular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  <a:endParaRPr lang="nl-NL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F756F687-A866-79F7-F157-E4996A2C1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108" y="4519058"/>
            <a:ext cx="1793083" cy="258762"/>
          </a:xfrm>
        </p:spPr>
        <p:txBody>
          <a:bodyPr lIns="0">
            <a:noAutofit/>
          </a:bodyPr>
          <a:lstStyle>
            <a:lvl1pPr marL="0" indent="0">
              <a:buNone/>
              <a:defRPr sz="1200" b="0">
                <a:latin typeface="+mn-lt"/>
                <a:ea typeface="Roboto Condensed regular" panose="02000000000000000000" pitchFamily="2" charset="0"/>
              </a:defRPr>
            </a:lvl1pPr>
          </a:lstStyle>
          <a:p>
            <a:pPr lvl="0"/>
            <a:r>
              <a:rPr lang="en-US" dirty="0"/>
              <a:t>Date</a:t>
            </a:r>
            <a:endParaRPr lang="nl-NL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1F94CF1-B8DE-17F2-A7A4-4AB13A163F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19950" y="0"/>
            <a:ext cx="547205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9E335C8-0C21-6A59-A7F3-CDFC3EE85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027" y="3447280"/>
            <a:ext cx="5250579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SUBTITLE</a:t>
            </a:r>
            <a:endParaRPr lang="nl-NL" dirty="0"/>
          </a:p>
          <a:p>
            <a:pPr lvl="0"/>
            <a:endParaRPr lang="nl-N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749CFD-95E7-BDBC-4AC5-A9CA98E444BE}"/>
              </a:ext>
            </a:extLst>
          </p:cNvPr>
          <p:cNvSpPr/>
          <p:nvPr userDrawn="1"/>
        </p:nvSpPr>
        <p:spPr>
          <a:xfrm>
            <a:off x="12706383" y="1"/>
            <a:ext cx="2576346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90E96-948C-EE29-7941-F913B7E5223C}"/>
              </a:ext>
            </a:extLst>
          </p:cNvPr>
          <p:cNvSpPr txBox="1"/>
          <p:nvPr userDrawn="1"/>
        </p:nvSpPr>
        <p:spPr>
          <a:xfrm>
            <a:off x="12987246" y="182008"/>
            <a:ext cx="178101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/>
              <a:t>To replace image:</a:t>
            </a:r>
          </a:p>
          <a:p>
            <a:r>
              <a:rPr lang="en-US" sz="1600"/>
              <a:t>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58F36-1425-FA22-50CC-CFE73A78F32E}"/>
              </a:ext>
            </a:extLst>
          </p:cNvPr>
          <p:cNvSpPr txBox="1"/>
          <p:nvPr userDrawn="1"/>
        </p:nvSpPr>
        <p:spPr>
          <a:xfrm>
            <a:off x="12987245" y="852781"/>
            <a:ext cx="1184940" cy="3539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Just delete the image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Add another one.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42D94C15-CB65-CEFE-115E-D1B6EC4425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603" y="6526286"/>
            <a:ext cx="5260003" cy="24426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22184C0-7B5C-F1A1-C0A5-9D7291EA934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403" t="5543" r="1173" b="7882"/>
          <a:stretch>
            <a:fillRect/>
          </a:stretch>
        </p:blipFill>
        <p:spPr>
          <a:xfrm>
            <a:off x="646800" y="1720753"/>
            <a:ext cx="1317266" cy="46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6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BE93B180-2704-8D72-F3F9-0ABD501846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5D34D75B-E2D5-EDBD-7D4C-00F45B9883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389" y="6526286"/>
            <a:ext cx="5066502" cy="248743"/>
          </a:xfrm>
          <a:prstGeom prst="rect">
            <a:avLst/>
          </a:prstGeom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F51EA7B-607B-4897-89A3-CE5FD27DB3B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0"/>
            <a:ext cx="465772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" name="Tijdelijke aanduiding voor tekst 121">
            <a:extLst>
              <a:ext uri="{FF2B5EF4-FFF2-40B4-BE49-F238E27FC236}">
                <a16:creationId xmlns:a16="http://schemas.microsoft.com/office/drawing/2014/main" id="{582A2071-C709-D70A-402A-9889E97FB5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132" y="1323625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F0A4E1-22A1-9D40-0C64-EFBFACB8F95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92738" y="130081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1</a:t>
            </a:r>
            <a:endParaRPr lang="nl-NL"/>
          </a:p>
        </p:txBody>
      </p:sp>
      <p:sp>
        <p:nvSpPr>
          <p:cNvPr id="20" name="Tijdelijke aanduiding voor tekst 121">
            <a:extLst>
              <a:ext uri="{FF2B5EF4-FFF2-40B4-BE49-F238E27FC236}">
                <a16:creationId xmlns:a16="http://schemas.microsoft.com/office/drawing/2014/main" id="{FA75F00D-8641-5A6F-268E-F0B9A6F3702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896132" y="1999621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CCA8D251-B1E3-5F80-7880-53000EEBFC9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392738" y="197610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nl-NL" dirty="0"/>
          </a:p>
        </p:txBody>
      </p:sp>
      <p:sp>
        <p:nvSpPr>
          <p:cNvPr id="24" name="Tijdelijke aanduiding voor tekst 121">
            <a:extLst>
              <a:ext uri="{FF2B5EF4-FFF2-40B4-BE49-F238E27FC236}">
                <a16:creationId xmlns:a16="http://schemas.microsoft.com/office/drawing/2014/main" id="{85CFDA21-37D0-4A3F-E3EF-366EB2079BA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896131" y="2675617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88F2279-39A3-B172-F81F-CC6C0891B08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392737" y="265139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3</a:t>
            </a:r>
            <a:endParaRPr lang="nl-NL"/>
          </a:p>
        </p:txBody>
      </p:sp>
      <p:sp>
        <p:nvSpPr>
          <p:cNvPr id="27" name="Tijdelijke aanduiding voor tekst 121">
            <a:extLst>
              <a:ext uri="{FF2B5EF4-FFF2-40B4-BE49-F238E27FC236}">
                <a16:creationId xmlns:a16="http://schemas.microsoft.com/office/drawing/2014/main" id="{B2556366-2307-F849-C6C8-15EB5EA7BAE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896131" y="3351613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069D158-EB20-9533-5E0D-D1F9405082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92737" y="332668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4</a:t>
            </a:r>
            <a:endParaRPr lang="nl-NL"/>
          </a:p>
        </p:txBody>
      </p:sp>
      <p:sp>
        <p:nvSpPr>
          <p:cNvPr id="30" name="Tijdelijke aanduiding voor tekst 121">
            <a:extLst>
              <a:ext uri="{FF2B5EF4-FFF2-40B4-BE49-F238E27FC236}">
                <a16:creationId xmlns:a16="http://schemas.microsoft.com/office/drawing/2014/main" id="{3C87F5C6-3AAC-855B-9B84-4A7C3AE3BC5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896131" y="4027609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5DEB616C-12C9-F7B7-8871-2D13652D869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392737" y="400197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5</a:t>
            </a:r>
            <a:endParaRPr lang="nl-NL"/>
          </a:p>
        </p:txBody>
      </p:sp>
      <p:sp>
        <p:nvSpPr>
          <p:cNvPr id="33" name="Tijdelijke aanduiding voor tekst 121">
            <a:extLst>
              <a:ext uri="{FF2B5EF4-FFF2-40B4-BE49-F238E27FC236}">
                <a16:creationId xmlns:a16="http://schemas.microsoft.com/office/drawing/2014/main" id="{6043DA0A-BF80-8007-B381-C37B422948B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896132" y="4703605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7AD5227E-FD5D-BA90-39E2-95E6AE5F506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392738" y="467726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6</a:t>
            </a:r>
            <a:endParaRPr lang="nl-NL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36949E4-EA33-4E02-0E63-846240A10EC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293848" y="1249323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640C512-4113-BD17-EE7A-EBDBB02043F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293848" y="1920557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8B2BEC2-E748-0AFA-8EC7-536FC4C165D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293847" y="2591791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20DA8C-8DC5-7699-0660-8513C6B0982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293847" y="3263025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5D6CE7F-902E-3485-C01B-8C0188FF10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293847" y="3934259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CC1C326-D77A-B75B-F76F-5F55A13E859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293848" y="4605493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A740C6B-BFBD-A520-A904-ABC836FE35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3848" y="617930"/>
            <a:ext cx="6262356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Index/ agenda</a:t>
            </a:r>
            <a:endParaRPr lang="nl-N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EA96DF-F49F-E10E-E74D-73EE2CBF9588}"/>
              </a:ext>
            </a:extLst>
          </p:cNvPr>
          <p:cNvSpPr/>
          <p:nvPr userDrawn="1"/>
        </p:nvSpPr>
        <p:spPr>
          <a:xfrm>
            <a:off x="12706383" y="0"/>
            <a:ext cx="2576346" cy="26756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58BBF0-A913-FDB9-E32F-296C132F2C9F}"/>
              </a:ext>
            </a:extLst>
          </p:cNvPr>
          <p:cNvSpPr txBox="1"/>
          <p:nvPr userDrawn="1"/>
        </p:nvSpPr>
        <p:spPr>
          <a:xfrm>
            <a:off x="13011053" y="121072"/>
            <a:ext cx="1967005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900"/>
          </a:p>
          <a:p>
            <a:r>
              <a:rPr lang="en-US" sz="1600"/>
              <a:t>To update agenda:</a:t>
            </a:r>
          </a:p>
          <a:p>
            <a:r>
              <a:rPr lang="en-US" sz="1600"/>
              <a:t>-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You can easily delete agenda topics.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When you do, you need to update the look &amp; feel.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Select the orange lines, go to Arrange &gt; Align &gt; ‘Distribute Vertically’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Make sure ‘Align Selected Objects’ is checked.</a:t>
            </a:r>
          </a:p>
          <a:p>
            <a:pPr marL="87313" marR="0" lvl="0" indent="-873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/>
              <a:t>Do the same for your numbered boxes.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Do the same for your agenda topics.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900"/>
          </a:p>
        </p:txBody>
      </p:sp>
      <p:sp>
        <p:nvSpPr>
          <p:cNvPr id="16" name="Tijdelijke aanduiding voor tekst 121">
            <a:extLst>
              <a:ext uri="{FF2B5EF4-FFF2-40B4-BE49-F238E27FC236}">
                <a16:creationId xmlns:a16="http://schemas.microsoft.com/office/drawing/2014/main" id="{80565264-35C8-1AEC-F635-FA63DA060989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5896131" y="5379599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7F15724-B5AE-BB10-D9BF-9F54023E049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92737" y="5352555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nl-NL"/>
              <a:t>7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71C5FE2-B11D-5A14-08E1-757F5F88308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293847" y="5276728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FFAF423-BCF2-760C-DEE2-1CF2B13D1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E4BFE4-C430-1388-9640-5276FE6280C7}"/>
              </a:ext>
            </a:extLst>
          </p:cNvPr>
          <p:cNvSpPr txBox="1"/>
          <p:nvPr userDrawn="1"/>
        </p:nvSpPr>
        <p:spPr>
          <a:xfrm>
            <a:off x="5293847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9A93D618-09C9-A8D7-7D76-0DBDB7176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3998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70608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78D7190D-2BCA-4D4E-1E47-EBF4437AF7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3598DD-56DC-5D38-2D0A-1B74F9C4D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0BC40D-26E3-5A5F-BB06-AD4006CF7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24AF298-E934-67D0-5A9B-D2D037AF5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617CE-DDA8-5992-B89B-5670C1CDDC49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4709C7B-36E1-69E7-87D4-85E882F4D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0932C5-B277-4E31-C437-DDE9E5E0CE5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1029" y="1239838"/>
            <a:ext cx="10928748" cy="4600575"/>
          </a:xfrm>
        </p:spPr>
        <p:txBody>
          <a:bodyPr l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099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BF022C46-0D9B-A002-3902-E05AACB7EF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E080C79-435B-AE08-4BF3-DFEA2F4386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721BB1-2F82-F769-C735-898F2564CF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309FD5-2B18-18BD-B781-D5990EB93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1EE8E4-6D46-BAE9-BFE7-74C23D0A9384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E15ABD9-6258-ABED-9509-CC195AE05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B82BC78-641B-390C-10D8-5DB67329696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1029" y="1239839"/>
            <a:ext cx="5343131" cy="4600574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242DDA0-2E76-6D06-5085-A958A6C9FFC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16647" y="1239839"/>
            <a:ext cx="5343131" cy="4600574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14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el 2x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1D4AAED-0BB6-A3ED-E77E-53626CD1C6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59DBD03-8D9E-D4D1-4559-D156DB9EF4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74F4563-B318-CF5D-7FF5-266A629E52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027" y="1289678"/>
            <a:ext cx="5343131" cy="309563"/>
          </a:xfrm>
        </p:spPr>
        <p:txBody>
          <a:bodyPr lIns="0">
            <a:noAutofit/>
          </a:bodyPr>
          <a:lstStyle>
            <a:lvl1pPr marL="0" indent="0"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9FD0322-A292-E4D7-DD3F-AE66962A9F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6645" y="1289678"/>
            <a:ext cx="5343131" cy="309563"/>
          </a:xfrm>
        </p:spPr>
        <p:txBody>
          <a:bodyPr lIns="0">
            <a:noAutofit/>
          </a:bodyPr>
          <a:lstStyle>
            <a:lvl1pPr marL="0" indent="0"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56ADA-D83F-0709-740D-20378E138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EAFFF7-44AB-2B64-0F6B-A7439101D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FC7259-D2CC-01AA-D9B4-D19FB0FC78F9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65CF1622-97DC-7A1E-CE9C-2A5740BE1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A023CC6-569D-0700-E675-A6950EE7047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31029" y="1759382"/>
            <a:ext cx="5343131" cy="408103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F5CA9C5-8C54-A569-3818-010EAD5C16D9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16644" y="1759382"/>
            <a:ext cx="5343131" cy="408103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16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el 3x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C433D2C-269D-4F1A-B68D-3298DC6F4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7BF045C-C2B5-601C-DC7D-3E4718CA3A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74F4563-B318-CF5D-7FF5-266A629E52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027" y="1289678"/>
            <a:ext cx="350400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Subtitle</a:t>
            </a:r>
            <a:endParaRPr lang="nl-NL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9FD0322-A292-E4D7-DD3F-AE66962A9F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5533" y="1289678"/>
            <a:ext cx="3521869" cy="309563"/>
          </a:xfrm>
        </p:spPr>
        <p:txBody>
          <a:bodyPr lIns="0">
            <a:noAutofit/>
          </a:bodyPr>
          <a:lstStyle>
            <a:lvl1pPr marL="0" indent="0"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2B2E77B-0B65-86D0-3A04-DC7F803668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37901" y="1289678"/>
            <a:ext cx="3621877" cy="309563"/>
          </a:xfrm>
        </p:spPr>
        <p:txBody>
          <a:bodyPr lIns="0">
            <a:noAutofit/>
          </a:bodyPr>
          <a:lstStyle>
            <a:lvl1pPr marL="0" indent="0"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F30C7B-94F7-7509-CCE3-738A528693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DF588-2992-E03D-868B-8C0BF04F0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C2A10-31D8-FE90-A607-03CADFF4D196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F9A498-CFBC-3AA7-8D6B-8E152C4CC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C83E30F-5347-2836-DCA0-F143202BC7E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31029" y="1759382"/>
            <a:ext cx="3504005" cy="408103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A8AE60B-6531-CDB7-6774-59EBD40BB45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101" y="1759382"/>
            <a:ext cx="3543302" cy="408103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352247E-B36C-6343-E860-55B4B8863BD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937901" y="1759382"/>
            <a:ext cx="3621877" cy="408103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9997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446278FE-D9FA-3D2B-DDF1-C98D1ABAF9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D4D8439-5385-8A6B-BD12-BA92C1E1AB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668124-A38E-88A4-85F8-CFA981F050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CAB1FB3-3BC5-4115-06A4-E075D65CC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83AC0-AADB-A07C-C0BC-9C4EBB43113D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3B13AAF-9A55-6EF4-5BA2-2A274D950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545784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249D5DE-56B8-4594-043A-9ABE0EED86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9105650-35E8-473E-3854-C9D7E2D5C9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30EA5B-B426-6721-9428-584878F9004E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A80FBEAC-06C4-9B39-353D-037A8EEEB47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9B3CB38-9817-2DC9-3877-429EAB0218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0A9957E-99B1-F74D-98BE-04F249FDA1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7931" y="1140134"/>
            <a:ext cx="5479200" cy="37616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056668CC-D354-9C35-BD53-D8FB785D79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087" y="5141743"/>
            <a:ext cx="2945487" cy="239680"/>
          </a:xfrm>
        </p:spPr>
        <p:txBody>
          <a:bodyPr lIns="0">
            <a:noAutofit/>
          </a:bodyPr>
          <a:lstStyle>
            <a:lvl1pPr marL="0" indent="0"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cap="all" baseline="0" dirty="0" err="1"/>
              <a:t>titel</a:t>
            </a:r>
            <a:endParaRPr lang="nl-NL" dirty="0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10A3C492-A5CB-22AC-399D-9AFA9B64A7B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027087" y="5417830"/>
            <a:ext cx="2945487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222DACB-9F30-CB4D-662A-12B76FF2D5EF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90470" y="5136430"/>
            <a:ext cx="2945487" cy="239680"/>
          </a:xfrm>
        </p:spPr>
        <p:txBody>
          <a:bodyPr lIns="0">
            <a:noAutofit/>
          </a:bodyPr>
          <a:lstStyle>
            <a:lvl1pPr marL="0" indent="0"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 err="1"/>
              <a:t>titel</a:t>
            </a:r>
            <a:endParaRPr lang="nl-NL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1CC5B6-7140-B724-D740-8DDE0DE79312}"/>
              </a:ext>
            </a:extLst>
          </p:cNvPr>
          <p:cNvCxnSpPr>
            <a:cxnSpLocks/>
          </p:cNvCxnSpPr>
          <p:nvPr userDrawn="1"/>
        </p:nvCxnSpPr>
        <p:spPr>
          <a:xfrm>
            <a:off x="6100762" y="1143000"/>
            <a:ext cx="0" cy="495681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CCFEF57-B343-B909-85BD-3922F59B727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 flipH="1" flipV="1">
            <a:off x="786114" y="5192217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34A632F-DE97-0B1D-D6D8-409B968254A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flipH="1" flipV="1">
            <a:off x="814914" y="5217945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842BDF8-9005-BFA5-C791-ACCB79545B9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 flipH="1" flipV="1">
            <a:off x="843714" y="5244703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01BD90-4547-E509-0E5C-993BD19EC3D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 flipH="1" flipV="1">
            <a:off x="814914" y="5273344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B2C6F6B-0D79-B26B-DEE3-742AA4137E2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 flipH="1" flipV="1">
            <a:off x="785603" y="5301652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EF91BC48-9CFF-122E-268A-6FC2BF28736D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 flipH="1" flipV="1">
            <a:off x="6310063" y="5194259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19C6289-11C6-CCF8-A714-E52D3A722DCD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 flipH="1" flipV="1">
            <a:off x="6338863" y="5219987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927F4EA-C3A5-29E7-CB3A-60B08EA9304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 flipH="1" flipV="1">
            <a:off x="6367663" y="5246745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DA8BBF1-5DCF-CD97-B1B0-F116C076F4F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 flipH="1" flipV="1">
            <a:off x="6338863" y="5275386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FE85406-7279-A1E9-35B7-3E4DCB64967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 flipH="1" flipV="1">
            <a:off x="6309552" y="5303694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B22C35A8-4EE8-3449-CABF-0E1034ACEB57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>
          <a:xfrm>
            <a:off x="6105049" y="1140134"/>
            <a:ext cx="5418000" cy="37616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934FA4-657C-62B6-D4D6-E2CC1C56B0E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90469" y="5417830"/>
            <a:ext cx="2945487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/>
              <a:t>subtitle</a:t>
            </a:r>
            <a:endParaRPr lang="nl-NL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C35C2A-1FE4-BD16-2346-DD07104CC410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BF1C93-3550-3344-56B1-DACF7C159722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4D35FA-E365-3D88-6E92-CB7919A743AA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C65541C6-53E3-1696-2F55-31AA0B30A7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A2EEF8B-277A-8E91-F469-7A0D2290D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FF1C40-1F8F-7ACC-D96B-31D1B5A77066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31B795F3-4B33-9E30-7813-71B140185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866152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0CA42F74-AED5-C5A9-03B7-1C8FD5B35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D4209F5-2BE1-AFC1-1147-8411566F1B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3" name="Picture 2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639661F5-26C6-63E3-8094-D0A6909F3F5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1CC5B6-7140-B724-D740-8DDE0DE79312}"/>
              </a:ext>
            </a:extLst>
          </p:cNvPr>
          <p:cNvCxnSpPr>
            <a:cxnSpLocks/>
            <a:stCxn id="3" idx="2"/>
            <a:endCxn id="3" idx="0"/>
          </p:cNvCxnSpPr>
          <p:nvPr userDrawn="1"/>
        </p:nvCxnSpPr>
        <p:spPr>
          <a:xfrm flipV="1">
            <a:off x="6070488" y="1124415"/>
            <a:ext cx="0" cy="496062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55159FA-E7C0-BBEA-0F52-A86D4498AC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8673" y="4226763"/>
            <a:ext cx="4878405" cy="1680751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15" name="Text Placeholder 69">
            <a:extLst>
              <a:ext uri="{FF2B5EF4-FFF2-40B4-BE49-F238E27FC236}">
                <a16:creationId xmlns:a16="http://schemas.microsoft.com/office/drawing/2014/main" id="{82224553-FE50-E8FC-D607-BA60833B04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3607428"/>
            <a:ext cx="4878401" cy="477904"/>
          </a:xfrm>
        </p:spPr>
        <p:txBody>
          <a:bodyPr lIns="0" t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Subtitle</a:t>
            </a:r>
            <a:endParaRPr lang="nl-NL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809B28F-F57B-9873-1FA9-9226CBBC4EF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298402" y="4226763"/>
            <a:ext cx="4878405" cy="1680751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18" name="Text Placeholder 69">
            <a:extLst>
              <a:ext uri="{FF2B5EF4-FFF2-40B4-BE49-F238E27FC236}">
                <a16:creationId xmlns:a16="http://schemas.microsoft.com/office/drawing/2014/main" id="{1A50BF14-FA23-2BCE-D7F0-7FD49F9D184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298402" y="3607428"/>
            <a:ext cx="4878401" cy="477904"/>
          </a:xfrm>
        </p:spPr>
        <p:txBody>
          <a:bodyPr lIns="0" t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Subtitle</a:t>
            </a:r>
            <a:endParaRPr lang="nl-NL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265A4765-6BF7-1A43-1AD7-3EDAA7B4E6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5B9BAA-B964-3C1B-1CC5-FEF35B3189C0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E58D8F-39C5-8DC4-25A0-E7E26C43188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6EC0B04-616E-54FA-D0AD-E80F9D473C36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27946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4945072-E2DB-FABC-AABC-576F8FFBCF70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4E2369F-401F-205A-4F15-FD05639C6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A08C5C-41F8-6955-F521-30DB99F77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97E861-21EE-7FBE-4A2A-1C3D711141BF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FC30493A-B9FC-8A22-EB00-73D4412FA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08DFD0-BBBB-5238-5D5C-90B1B1B0763A}"/>
              </a:ext>
            </a:extLst>
          </p:cNvPr>
          <p:cNvSpPr>
            <a:spLocks noGrp="1"/>
          </p:cNvSpPr>
          <p:nvPr>
            <p:ph sz="quarter" idx="100"/>
          </p:nvPr>
        </p:nvSpPr>
        <p:spPr>
          <a:xfrm>
            <a:off x="620994" y="1139825"/>
            <a:ext cx="5446025" cy="22018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2931944-B575-9A09-B3A7-4F28924D0596}"/>
              </a:ext>
            </a:extLst>
          </p:cNvPr>
          <p:cNvSpPr>
            <a:spLocks noGrp="1"/>
          </p:cNvSpPr>
          <p:nvPr>
            <p:ph sz="quarter" idx="101"/>
          </p:nvPr>
        </p:nvSpPr>
        <p:spPr>
          <a:xfrm>
            <a:off x="6076912" y="1139825"/>
            <a:ext cx="5445125" cy="22018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643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23BCE6B0-62BD-5BC7-8D30-0114DA49C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DDD702B-56AC-EC35-86C7-09C1B044F2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10" name="Picture 9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8B76B316-420A-5673-1C9A-D962FE0FA8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0A9957E-99B1-F74D-98BE-04F249FDA1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12" y="1135857"/>
            <a:ext cx="3646800" cy="395115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0" name="Picture Placeholder 11">
            <a:extLst>
              <a:ext uri="{FF2B5EF4-FFF2-40B4-BE49-F238E27FC236}">
                <a16:creationId xmlns:a16="http://schemas.microsoft.com/office/drawing/2014/main" id="{DD5B3F30-FE42-2754-3DCE-A959C7719A3B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4277931" y="1135857"/>
            <a:ext cx="3628800" cy="395160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1" name="Picture Placeholder 11">
            <a:extLst>
              <a:ext uri="{FF2B5EF4-FFF2-40B4-BE49-F238E27FC236}">
                <a16:creationId xmlns:a16="http://schemas.microsoft.com/office/drawing/2014/main" id="{8EDC2242-C130-D0F2-77A7-1840D0378290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7919093" y="1135858"/>
            <a:ext cx="3607200" cy="395160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056668CC-D354-9C35-BD53-D8FB785D79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087" y="5330541"/>
            <a:ext cx="2945487" cy="239680"/>
          </a:xfrm>
        </p:spPr>
        <p:txBody>
          <a:bodyPr lIns="0">
            <a:noAutofit/>
          </a:bodyPr>
          <a:lstStyle>
            <a:lvl1pPr marL="0" indent="0"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cap="all" baseline="0" dirty="0"/>
              <a:t>title</a:t>
            </a:r>
            <a:endParaRPr lang="nl-NL" dirty="0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10A3C492-A5CB-22AC-399D-9AFA9B64A7B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027087" y="5606628"/>
            <a:ext cx="2945487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9FBD6ECC-CC3D-CF00-26CB-3BA6B88F07A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669447" y="5330541"/>
            <a:ext cx="2945487" cy="239680"/>
          </a:xfrm>
        </p:spPr>
        <p:txBody>
          <a:bodyPr lIns="0">
            <a:noAutofit/>
          </a:bodyPr>
          <a:lstStyle>
            <a:lvl1pPr marL="0" indent="0"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cap="all" baseline="0" dirty="0"/>
              <a:t>title</a:t>
            </a:r>
            <a:endParaRPr lang="nl-NL" dirty="0"/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44FADD76-1BFD-D856-1370-2A8AF144C49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669447" y="5606628"/>
            <a:ext cx="2945487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/>
              <a:t>subtitle</a:t>
            </a:r>
            <a:endParaRPr lang="nl-NL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222DACB-9F30-CB4D-662A-12B76FF2D5EF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368710" y="5331281"/>
            <a:ext cx="2945487" cy="239680"/>
          </a:xfrm>
        </p:spPr>
        <p:txBody>
          <a:bodyPr lIns="0">
            <a:noAutofit/>
          </a:bodyPr>
          <a:lstStyle>
            <a:lvl1pPr marL="0" indent="0"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E7BD80DD-BA27-4B46-E786-E2005EAE3826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68710" y="5607368"/>
            <a:ext cx="2945487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/>
              <a:t>subtitle</a:t>
            </a:r>
            <a:endParaRPr lang="nl-NL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1CC5B6-7140-B724-D740-8DDE0DE79312}"/>
              </a:ext>
            </a:extLst>
          </p:cNvPr>
          <p:cNvCxnSpPr>
            <a:cxnSpLocks/>
          </p:cNvCxnSpPr>
          <p:nvPr userDrawn="1"/>
        </p:nvCxnSpPr>
        <p:spPr>
          <a:xfrm>
            <a:off x="4272690" y="1143000"/>
            <a:ext cx="0" cy="4942035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5ABFA3B-4A2C-A085-6AA7-BC580E5A964F}"/>
              </a:ext>
            </a:extLst>
          </p:cNvPr>
          <p:cNvCxnSpPr>
            <a:cxnSpLocks/>
          </p:cNvCxnSpPr>
          <p:nvPr userDrawn="1"/>
        </p:nvCxnSpPr>
        <p:spPr>
          <a:xfrm>
            <a:off x="7913378" y="1143000"/>
            <a:ext cx="0" cy="4942035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CCFEF57-B343-B909-85BD-3922F59B727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 flipH="1" flipV="1">
            <a:off x="782695" y="5399400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34A632F-DE97-0B1D-D6D8-409B968254A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flipH="1" flipV="1">
            <a:off x="811495" y="5425128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842BDF8-9005-BFA5-C791-ACCB79545B9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 flipH="1" flipV="1">
            <a:off x="840295" y="5451886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01BD90-4547-E509-0E5C-993BD19EC3D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 flipH="1" flipV="1">
            <a:off x="811495" y="5480527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B2C6F6B-0D79-B26B-DEE3-742AA4137E2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 flipH="1" flipV="1">
            <a:off x="782184" y="5508835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92E84BD4-B970-2606-4D0E-C8609013F8B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 flipH="1" flipV="1">
            <a:off x="4432542" y="5397358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0FEC189-227D-DA30-5054-C3904E8891E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 flipH="1" flipV="1">
            <a:off x="4461342" y="5423086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AD68B21-0487-4F90-287D-154816DE62B3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 flipH="1" flipV="1">
            <a:off x="4490142" y="5449844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EDAF2DE-757A-D6CF-B7CA-D068D4C957F9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 flipH="1" flipV="1">
            <a:off x="4461342" y="5478485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98D0D99A-1809-93F7-6AA8-F93944489E90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 flipH="1" flipV="1">
            <a:off x="4432031" y="5506793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EF91BC48-9CFF-122E-268A-6FC2BF28736D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 flipH="1" flipV="1">
            <a:off x="8131340" y="5397199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19C6289-11C6-CCF8-A714-E52D3A722DCD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 flipH="1" flipV="1">
            <a:off x="8160140" y="5422927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927F4EA-C3A5-29E7-CB3A-60B08EA9304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 flipH="1" flipV="1">
            <a:off x="8188940" y="5449685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DA8BBF1-5DCF-CD97-B1B0-F116C076F4F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 flipH="1" flipV="1">
            <a:off x="8160140" y="5478326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FE85406-7279-A1E9-35B7-3E4DCB64967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 flipH="1" flipV="1">
            <a:off x="8130829" y="5506634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1438C2C5-E7B3-57DC-4E0B-CE1852EFC6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A80E48-4DC4-875D-7DA9-621F0486F258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28346E9-6924-7E47-6E62-821AE8671388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F6D054-9A89-C51A-7DC5-9FEB225BF04E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4CEEC8-1C2E-AC70-8A7C-E0D3B4D5CAE0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09703623-5775-D3ED-6DD6-E5C49505E4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2E4D604-AB51-FE8E-975E-3D3853853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012843-6401-67CD-E9A3-B84E23CB3FF2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B690BEDC-9DBF-93DF-5DBE-7AB261A9B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40915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440B26F4-1D74-AAE6-1889-A37FA5A92E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B09E8D0-BE35-8DFB-568C-D886784EE2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" name="Picture 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AD852150-B98D-BF94-A8A3-EEEB27715F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1CC5B6-7140-B724-D740-8DDE0DE79312}"/>
              </a:ext>
            </a:extLst>
          </p:cNvPr>
          <p:cNvCxnSpPr>
            <a:cxnSpLocks/>
          </p:cNvCxnSpPr>
          <p:nvPr userDrawn="1"/>
        </p:nvCxnSpPr>
        <p:spPr>
          <a:xfrm>
            <a:off x="4272690" y="1143000"/>
            <a:ext cx="0" cy="495681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5ABFA3B-4A2C-A085-6AA7-BC580E5A964F}"/>
              </a:ext>
            </a:extLst>
          </p:cNvPr>
          <p:cNvCxnSpPr>
            <a:cxnSpLocks/>
          </p:cNvCxnSpPr>
          <p:nvPr userDrawn="1"/>
        </p:nvCxnSpPr>
        <p:spPr>
          <a:xfrm>
            <a:off x="7913378" y="1143000"/>
            <a:ext cx="0" cy="495681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D077BB4-AF50-6EFA-A24F-58103DA6C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8674" y="4226763"/>
            <a:ext cx="3143900" cy="1680751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13" name="Text Placeholder 69">
            <a:extLst>
              <a:ext uri="{FF2B5EF4-FFF2-40B4-BE49-F238E27FC236}">
                <a16:creationId xmlns:a16="http://schemas.microsoft.com/office/drawing/2014/main" id="{E5B3B50D-2EDA-5EFA-0374-25D2C09793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3607428"/>
            <a:ext cx="3143897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E005734-03F6-2BD2-E993-431ECDF5750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64121" y="4226763"/>
            <a:ext cx="3143900" cy="1680751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15" name="Text Placeholder 69">
            <a:extLst>
              <a:ext uri="{FF2B5EF4-FFF2-40B4-BE49-F238E27FC236}">
                <a16:creationId xmlns:a16="http://schemas.microsoft.com/office/drawing/2014/main" id="{0D3654F6-4D3E-4051-7126-76AA9765639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64120" y="3607428"/>
            <a:ext cx="3143897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A2A8F10-B09F-8AB6-7869-C25993F1FBA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099564" y="4226763"/>
            <a:ext cx="3143900" cy="1680751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17" name="Text Placeholder 69">
            <a:extLst>
              <a:ext uri="{FF2B5EF4-FFF2-40B4-BE49-F238E27FC236}">
                <a16:creationId xmlns:a16="http://schemas.microsoft.com/office/drawing/2014/main" id="{835D2D0E-37E9-E458-1E8B-98295682F6A6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099563" y="3607428"/>
            <a:ext cx="3143897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AC34F64E-41E6-A1CB-9F47-0DD46D2E15B8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620312" y="1135857"/>
            <a:ext cx="3646800" cy="220537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FF662905-E1EC-6225-E6D3-BB8529C0DD12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4277931" y="1135857"/>
            <a:ext cx="3628800" cy="220537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784AD0E7-F5F6-34BA-71F5-FE3C93B3E2E9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7919093" y="1135858"/>
            <a:ext cx="3607200" cy="220537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44E0E7-7C99-C269-22A9-F62FF3D18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72FFEE-3DCD-EF93-FB38-EAC4F702E0C5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96BEF4-D02D-9FD6-596D-F9E2F75F4C66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02D858-6B00-BD6C-8B1C-0B78181104DB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A790BB-F7E7-3357-6469-0CBF01A5FFE2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7B3C97DD-E11A-D140-A498-10F928A82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C6AA21D-AB08-95C5-A8F8-CCAD70C97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F53B06-AD58-943E-31AE-E2E5048D932C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CECD0C5D-F494-7964-A929-D2BC1D3DC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521203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998528D3-A34D-5404-BD03-0B3271E815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948BCE7-DF3C-F35E-6CFC-B069AF35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6097545" y="1143000"/>
            <a:ext cx="0" cy="494022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3373748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200CCB9-1857-583E-3422-2FEF4D2D2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5344255"/>
            <a:ext cx="2395539" cy="200470"/>
          </a:xfrm>
        </p:spPr>
        <p:txBody>
          <a:bodyPr lIns="0" t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title</a:t>
            </a:r>
            <a:endParaRPr lang="nl-NL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8824442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832062" y="1138530"/>
            <a:ext cx="2692800" cy="392030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BC511F0F-E227-37FC-7416-D174BA2CA40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03851" y="1138530"/>
            <a:ext cx="2714400" cy="392030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657D341C-E42F-FDE7-40B5-76B6A21441D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81363" y="1139190"/>
            <a:ext cx="2714400" cy="392030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FEAB25E4-8537-E2AD-7BDD-F2FA90DC03C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958" y="1136809"/>
            <a:ext cx="2750400" cy="39187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6" name="Text Placeholder 69">
            <a:extLst>
              <a:ext uri="{FF2B5EF4-FFF2-40B4-BE49-F238E27FC236}">
                <a16:creationId xmlns:a16="http://schemas.microsoft.com/office/drawing/2014/main" id="{71958D67-E197-99D8-566B-6999040D64D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60080" y="5341661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28" name="Text Placeholder 69">
            <a:extLst>
              <a:ext uri="{FF2B5EF4-FFF2-40B4-BE49-F238E27FC236}">
                <a16:creationId xmlns:a16="http://schemas.microsoft.com/office/drawing/2014/main" id="{16FE7102-178D-BFAE-17C6-4F2AC204F60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79366" y="5339709"/>
            <a:ext cx="2395539" cy="200470"/>
          </a:xfrm>
        </p:spPr>
        <p:txBody>
          <a:bodyPr lIns="0" t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title</a:t>
            </a:r>
            <a:endParaRPr lang="nl-NL" dirty="0"/>
          </a:p>
        </p:txBody>
      </p:sp>
      <p:sp>
        <p:nvSpPr>
          <p:cNvPr id="30" name="Text Placeholder 69">
            <a:extLst>
              <a:ext uri="{FF2B5EF4-FFF2-40B4-BE49-F238E27FC236}">
                <a16:creationId xmlns:a16="http://schemas.microsoft.com/office/drawing/2014/main" id="{0EEABA14-8BD8-AFB2-A247-3F564F42407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15284" y="5339709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BF865DFF-FF4E-461B-4A6D-C7951F35A6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61AF7D-6417-3664-86D3-493249BBB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04A07-C741-E289-B6C0-FE2C01349C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69AFA0-18D7-C5DB-1C19-4DCA2F701CD4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3296B29-91BF-F44C-7BA4-60D0B882F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40BE85E-6A7F-35DC-D4DE-CF8A1580269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28673" y="5606628"/>
            <a:ext cx="2395539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0F1A7DB-99C7-0F7E-5D89-A376F3A39BD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560080" y="5617634"/>
            <a:ext cx="2395539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0E01275-15F4-2623-C49D-B20B678D8930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279366" y="5621411"/>
            <a:ext cx="2395539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3119D16-5CE8-2E78-4C5C-67939EF635D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015283" y="5624116"/>
            <a:ext cx="2395539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54605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Image +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AE4C86A-2697-D494-40E6-B3D7CA3A4C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FC603AC-BED3-E610-FF73-6BA41A9F5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6097545" y="1143000"/>
            <a:ext cx="0" cy="494022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3373748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200CCB9-1857-583E-3422-2FEF4D2D2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4366866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8824442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832062" y="1138530"/>
            <a:ext cx="2692800" cy="295311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F2CA7F8-CEE2-C146-ED73-3AEE78FD76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3184" y="4751651"/>
            <a:ext cx="2395539" cy="1163110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BC511F0F-E227-37FC-7416-D174BA2CA40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03851" y="1138530"/>
            <a:ext cx="2714400" cy="295311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657D341C-E42F-FDE7-40B5-76B6A21441D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81363" y="1139190"/>
            <a:ext cx="2714400" cy="295311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FEAB25E4-8537-E2AD-7BDD-F2FA90DC03C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958" y="1139104"/>
            <a:ext cx="2750400" cy="295196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6" name="Text Placeholder 69">
            <a:extLst>
              <a:ext uri="{FF2B5EF4-FFF2-40B4-BE49-F238E27FC236}">
                <a16:creationId xmlns:a16="http://schemas.microsoft.com/office/drawing/2014/main" id="{71958D67-E197-99D8-566B-6999040D64D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60080" y="4364272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EB2E3B2-7B13-D177-B65C-70AD04BD49E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64591" y="4749057"/>
            <a:ext cx="2395539" cy="1163110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28" name="Text Placeholder 69">
            <a:extLst>
              <a:ext uri="{FF2B5EF4-FFF2-40B4-BE49-F238E27FC236}">
                <a16:creationId xmlns:a16="http://schemas.microsoft.com/office/drawing/2014/main" id="{16FE7102-178D-BFAE-17C6-4F2AC204F60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79366" y="4362320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9AD67F35-760D-60D9-5866-2212587D982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83877" y="4747105"/>
            <a:ext cx="2395539" cy="1163110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30" name="Text Placeholder 69">
            <a:extLst>
              <a:ext uri="{FF2B5EF4-FFF2-40B4-BE49-F238E27FC236}">
                <a16:creationId xmlns:a16="http://schemas.microsoft.com/office/drawing/2014/main" id="{0EEABA14-8BD8-AFB2-A247-3F564F42407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15284" y="4362320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9BB0BDAB-723F-DA00-68A9-30858EB3182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19795" y="4747105"/>
            <a:ext cx="2395539" cy="1163110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AF3FC70C-969D-7902-C268-9C31B6D3F4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C872F4-8618-15EE-DD64-4C95E6FB95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8A69795-B367-C4A1-78BA-B0B28656E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78A62C-C0F7-DDAC-FCC9-7BCB9857E5EF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B0B542D5-B5B8-D7C7-0A5C-C976EBE5A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4095572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A3D57942-DD30-C9DA-3869-8F67CDF06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3D1C0A6-6796-63F6-8694-BCED69CEEF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31213" cy="4960620"/>
          </a:xfrm>
          <a:prstGeom prst="rect">
            <a:avLst/>
          </a:prstGeom>
        </p:spPr>
      </p:pic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4A6444D1-4D7E-9F42-8729-AC6E16DF9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611" y="1140909"/>
            <a:ext cx="21996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5014240" y="1143000"/>
            <a:ext cx="0" cy="494022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2827648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88E6283-FC41-DE5C-5DE5-5B32BEBA3AF5}"/>
              </a:ext>
            </a:extLst>
          </p:cNvPr>
          <p:cNvCxnSpPr>
            <a:cxnSpLocks/>
          </p:cNvCxnSpPr>
          <p:nvPr userDrawn="1"/>
        </p:nvCxnSpPr>
        <p:spPr>
          <a:xfrm>
            <a:off x="7208105" y="1139190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71A2B60-E687-9E9A-6071-0412E9FDDEC0}"/>
              </a:ext>
            </a:extLst>
          </p:cNvPr>
          <p:cNvCxnSpPr>
            <a:cxnSpLocks/>
          </p:cNvCxnSpPr>
          <p:nvPr userDrawn="1"/>
        </p:nvCxnSpPr>
        <p:spPr>
          <a:xfrm>
            <a:off x="7208105" y="1146994"/>
            <a:ext cx="0" cy="4936233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27946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200CCB9-1857-583E-3422-2FEF4D2D2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5340351"/>
            <a:ext cx="1813103" cy="210121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86" name="Picture Placeholder 11">
            <a:extLst>
              <a:ext uri="{FF2B5EF4-FFF2-40B4-BE49-F238E27FC236}">
                <a16:creationId xmlns:a16="http://schemas.microsoft.com/office/drawing/2014/main" id="{E5C4A412-25A7-227B-2EC0-A4D405EC4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21383" y="1142232"/>
            <a:ext cx="2181600" cy="391568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7" name="Picture Placeholder 11">
            <a:extLst>
              <a:ext uri="{FF2B5EF4-FFF2-40B4-BE49-F238E27FC236}">
                <a16:creationId xmlns:a16="http://schemas.microsoft.com/office/drawing/2014/main" id="{F806C2F1-5CA2-FC36-2D5A-2E8BBF4F41A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833998" y="1142893"/>
            <a:ext cx="21780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9403080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212806" y="1140910"/>
            <a:ext cx="21852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1" name="Picture Placeholder 11">
            <a:extLst>
              <a:ext uri="{FF2B5EF4-FFF2-40B4-BE49-F238E27FC236}">
                <a16:creationId xmlns:a16="http://schemas.microsoft.com/office/drawing/2014/main" id="{E9EDF79B-5D3A-103A-6CD1-3B9F14CF76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409995" y="1140910"/>
            <a:ext cx="21204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8" name="Text Placeholder 69">
            <a:extLst>
              <a:ext uri="{FF2B5EF4-FFF2-40B4-BE49-F238E27FC236}">
                <a16:creationId xmlns:a16="http://schemas.microsoft.com/office/drawing/2014/main" id="{0ED21EB8-686E-3C41-02E3-D4C6473612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39943" y="5340351"/>
            <a:ext cx="1788423" cy="208599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99" name="Text Placeholder 69">
            <a:extLst>
              <a:ext uri="{FF2B5EF4-FFF2-40B4-BE49-F238E27FC236}">
                <a16:creationId xmlns:a16="http://schemas.microsoft.com/office/drawing/2014/main" id="{9D3F32BA-49D1-618C-D8BE-C159815BE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95321" y="5340351"/>
            <a:ext cx="1835291" cy="208599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0" name="Text Placeholder 69">
            <a:extLst>
              <a:ext uri="{FF2B5EF4-FFF2-40B4-BE49-F238E27FC236}">
                <a16:creationId xmlns:a16="http://schemas.microsoft.com/office/drawing/2014/main" id="{826DFC2B-A2E6-2DAE-2145-FCC7F2901F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89186" y="5340351"/>
            <a:ext cx="1859341" cy="208599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6A10D75D-118D-0FB4-F673-8566B4133A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7634" y="5340351"/>
            <a:ext cx="1796802" cy="208599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2077970-F775-AC81-B0AB-C9361A4F0D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69FCFD1-0A8F-E020-6384-9830BB2EC6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5F911-58E3-8B7A-1063-914E69505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312B8A-D85B-BE23-D004-9E888FA0D014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A643B8B-FBBF-FBFB-1E60-94DAB75F6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4B75DE5-B80D-3029-A135-A050EBB97B9C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27766" y="5621411"/>
            <a:ext cx="1813104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ECC465EE-CA66-1E74-9FFF-B0B9AA9510D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043432" y="5623395"/>
            <a:ext cx="1784029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AFEE4A6-83E1-50E4-C653-80DF43920596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191734" y="5621410"/>
            <a:ext cx="1837974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A4429B4-E7EE-4AC7-7DB0-EE9C72A4E371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386418" y="5617634"/>
            <a:ext cx="1859335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2BEC18A-4F11-A547-F94F-2A86C1EA51E8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559213" y="5620875"/>
            <a:ext cx="1805022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09100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94A73B80-A128-DEE4-AF5E-CF9C73B861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4D3F578-BAA9-F46A-006E-04464A031D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5014240" y="1143000"/>
            <a:ext cx="0" cy="494022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2827648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88E6283-FC41-DE5C-5DE5-5B32BEBA3AF5}"/>
              </a:ext>
            </a:extLst>
          </p:cNvPr>
          <p:cNvCxnSpPr>
            <a:cxnSpLocks/>
          </p:cNvCxnSpPr>
          <p:nvPr userDrawn="1"/>
        </p:nvCxnSpPr>
        <p:spPr>
          <a:xfrm>
            <a:off x="7208105" y="1139190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71A2B60-E687-9E9A-6071-0412E9FDDEC0}"/>
              </a:ext>
            </a:extLst>
          </p:cNvPr>
          <p:cNvCxnSpPr>
            <a:cxnSpLocks/>
          </p:cNvCxnSpPr>
          <p:nvPr userDrawn="1"/>
        </p:nvCxnSpPr>
        <p:spPr>
          <a:xfrm>
            <a:off x="7208105" y="1146994"/>
            <a:ext cx="0" cy="4936233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200CCB9-1857-583E-3422-2FEF4D2D2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4150596"/>
            <a:ext cx="1813103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86" name="Picture Placeholder 11">
            <a:extLst>
              <a:ext uri="{FF2B5EF4-FFF2-40B4-BE49-F238E27FC236}">
                <a16:creationId xmlns:a16="http://schemas.microsoft.com/office/drawing/2014/main" id="{E5C4A412-25A7-227B-2EC0-A4D405EC4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21384" y="1136809"/>
            <a:ext cx="2181600" cy="2739469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7" name="Picture Placeholder 11">
            <a:extLst>
              <a:ext uri="{FF2B5EF4-FFF2-40B4-BE49-F238E27FC236}">
                <a16:creationId xmlns:a16="http://schemas.microsoft.com/office/drawing/2014/main" id="{F806C2F1-5CA2-FC36-2D5A-2E8BBF4F41A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833998" y="1142894"/>
            <a:ext cx="2178000" cy="27321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9403080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212806" y="1140911"/>
            <a:ext cx="2185200" cy="2734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1" name="Picture Placeholder 11">
            <a:extLst>
              <a:ext uri="{FF2B5EF4-FFF2-40B4-BE49-F238E27FC236}">
                <a16:creationId xmlns:a16="http://schemas.microsoft.com/office/drawing/2014/main" id="{E9EDF79B-5D3A-103A-6CD1-3B9F14CF76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409995" y="1140911"/>
            <a:ext cx="2120400" cy="2734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8" name="Text Placeholder 69">
            <a:extLst>
              <a:ext uri="{FF2B5EF4-FFF2-40B4-BE49-F238E27FC236}">
                <a16:creationId xmlns:a16="http://schemas.microsoft.com/office/drawing/2014/main" id="{0ED21EB8-686E-3C41-02E3-D4C6473612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2539" y="4150596"/>
            <a:ext cx="1788423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99" name="Text Placeholder 69">
            <a:extLst>
              <a:ext uri="{FF2B5EF4-FFF2-40B4-BE49-F238E27FC236}">
                <a16:creationId xmlns:a16="http://schemas.microsoft.com/office/drawing/2014/main" id="{9D3F32BA-49D1-618C-D8BE-C159815BE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95322" y="4150596"/>
            <a:ext cx="178668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0" name="Text Placeholder 69">
            <a:extLst>
              <a:ext uri="{FF2B5EF4-FFF2-40B4-BE49-F238E27FC236}">
                <a16:creationId xmlns:a16="http://schemas.microsoft.com/office/drawing/2014/main" id="{826DFC2B-A2E6-2DAE-2145-FCC7F2901F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89186" y="4150596"/>
            <a:ext cx="1859341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6A10D75D-118D-0FB4-F673-8566B4133A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7634" y="4150596"/>
            <a:ext cx="179680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F2CA7F8-CEE2-C146-ED73-3AEE78FD76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3184" y="4749837"/>
            <a:ext cx="1786681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2005169-3BB0-4767-A6A4-FBEBF43B01D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23411" y="4749837"/>
            <a:ext cx="1786681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6DF1-E970-5AE0-C1E3-5F1FB72501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0115" y="4749837"/>
            <a:ext cx="1786681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001F9D9-8B52-0028-BDB3-E0DC5BB93A2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93979" y="4749837"/>
            <a:ext cx="1854546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F0ABA1B-EEE0-D014-12CA-D397EB826D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57634" y="4749837"/>
            <a:ext cx="179680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4721DDD3-DC94-1109-4B25-41675D9104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D0AF25-88B8-E38F-D4EB-5C94B0640D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F1A6E04-E455-7EB3-4989-C48E13A5F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8282F4-7F6A-1348-B686-20823AA98B8F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FD2F838E-A28D-A5AF-466E-96C02532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4A6444D1-4D7E-9F42-8729-AC6E16DF9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611" y="1140911"/>
            <a:ext cx="2199600" cy="273418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43613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B92C5A9-4A01-6865-8997-D6B696CCEB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E1591F5-A6A9-11C8-46BC-06C515B3ED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4267198" y="1132707"/>
            <a:ext cx="0" cy="4950520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2451411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88E6283-FC41-DE5C-5DE5-5B32BEBA3AF5}"/>
              </a:ext>
            </a:extLst>
          </p:cNvPr>
          <p:cNvCxnSpPr>
            <a:cxnSpLocks/>
          </p:cNvCxnSpPr>
          <p:nvPr userDrawn="1"/>
        </p:nvCxnSpPr>
        <p:spPr>
          <a:xfrm>
            <a:off x="6087044" y="1139190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71A2B60-E687-9E9A-6071-0412E9FDDEC0}"/>
              </a:ext>
            </a:extLst>
          </p:cNvPr>
          <p:cNvCxnSpPr>
            <a:cxnSpLocks/>
          </p:cNvCxnSpPr>
          <p:nvPr userDrawn="1"/>
        </p:nvCxnSpPr>
        <p:spPr>
          <a:xfrm>
            <a:off x="7901049" y="1146994"/>
            <a:ext cx="0" cy="4936233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27946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Picture Placeholder 11">
            <a:extLst>
              <a:ext uri="{FF2B5EF4-FFF2-40B4-BE49-F238E27FC236}">
                <a16:creationId xmlns:a16="http://schemas.microsoft.com/office/drawing/2014/main" id="{43AEB84D-C125-A1F5-16DE-53A14B5342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56807" y="1139851"/>
            <a:ext cx="18072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6" name="Picture Placeholder 11">
            <a:extLst>
              <a:ext uri="{FF2B5EF4-FFF2-40B4-BE49-F238E27FC236}">
                <a16:creationId xmlns:a16="http://schemas.microsoft.com/office/drawing/2014/main" id="{E5C4A412-25A7-227B-2EC0-A4D405EC4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4745" y="1139189"/>
            <a:ext cx="1807200" cy="3916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7901049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4412" y="1139189"/>
            <a:ext cx="18036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F0CB5FB-1871-AEAB-81AB-B763F2D5488C}"/>
              </a:ext>
            </a:extLst>
          </p:cNvPr>
          <p:cNvCxnSpPr>
            <a:cxnSpLocks/>
          </p:cNvCxnSpPr>
          <p:nvPr userDrawn="1"/>
        </p:nvCxnSpPr>
        <p:spPr>
          <a:xfrm>
            <a:off x="9723499" y="1132707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Picture Placeholder 11">
            <a:extLst>
              <a:ext uri="{FF2B5EF4-FFF2-40B4-BE49-F238E27FC236}">
                <a16:creationId xmlns:a16="http://schemas.microsoft.com/office/drawing/2014/main" id="{E9EDF79B-5D3A-103A-6CD1-3B9F14CF76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908507" y="1139190"/>
            <a:ext cx="18108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2" name="Picture Placeholder 11">
            <a:extLst>
              <a:ext uri="{FF2B5EF4-FFF2-40B4-BE49-F238E27FC236}">
                <a16:creationId xmlns:a16="http://schemas.microsoft.com/office/drawing/2014/main" id="{2C41E41C-7424-333D-7C65-1B39AFED881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727673" y="1139189"/>
            <a:ext cx="179801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8" name="Text Placeholder 69">
            <a:extLst>
              <a:ext uri="{FF2B5EF4-FFF2-40B4-BE49-F238E27FC236}">
                <a16:creationId xmlns:a16="http://schemas.microsoft.com/office/drawing/2014/main" id="{0ED21EB8-686E-3C41-02E3-D4C6473612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44114" y="5340351"/>
            <a:ext cx="1535442" cy="213295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99" name="Text Placeholder 69">
            <a:extLst>
              <a:ext uri="{FF2B5EF4-FFF2-40B4-BE49-F238E27FC236}">
                <a16:creationId xmlns:a16="http://schemas.microsoft.com/office/drawing/2014/main" id="{9D3F32BA-49D1-618C-D8BE-C159815BE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9554" y="5340351"/>
            <a:ext cx="1535442" cy="213295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0" name="Text Placeholder 69">
            <a:extLst>
              <a:ext uri="{FF2B5EF4-FFF2-40B4-BE49-F238E27FC236}">
                <a16:creationId xmlns:a16="http://schemas.microsoft.com/office/drawing/2014/main" id="{826DFC2B-A2E6-2DAE-2145-FCC7F2901F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2003" y="5340351"/>
            <a:ext cx="1535442" cy="213295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6A10D75D-118D-0FB4-F673-8566B4133A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02972" y="5340351"/>
            <a:ext cx="1535442" cy="213295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2" name="Text Placeholder 69">
            <a:extLst>
              <a:ext uri="{FF2B5EF4-FFF2-40B4-BE49-F238E27FC236}">
                <a16:creationId xmlns:a16="http://schemas.microsoft.com/office/drawing/2014/main" id="{8F6746E5-7672-5DFB-F36E-B4DC3A1BEA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11402" y="5337177"/>
            <a:ext cx="1535442" cy="213295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067423D-53F8-8C21-8D76-A14057478F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5AD513D-87BC-D450-4C5C-4CD20F0D2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114BC-A9AC-26B7-2A42-4DF53EECA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185D3-9677-6AEB-B59B-A2A280CF7667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96A486E-11B4-02FD-E96A-B97BDA8BA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4A6444D1-4D7E-9F42-8729-AC6E16DF9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718" y="1136809"/>
            <a:ext cx="18288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ext Placeholder 69">
            <a:extLst>
              <a:ext uri="{FF2B5EF4-FFF2-40B4-BE49-F238E27FC236}">
                <a16:creationId xmlns:a16="http://schemas.microsoft.com/office/drawing/2014/main" id="{9054A875-76F1-CEC1-9483-EC078EA801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8674" y="5340351"/>
            <a:ext cx="1537652" cy="210121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81224A-DF0F-5898-A356-5FB2963BE54C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27766" y="5621411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CC5A9B9-EB7D-06B7-0F44-5B6ACF708385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643008" y="5621411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BDFECE3-747E-D332-F3A8-058A47DDAD6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458447" y="5621410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0CB850BB-7C0B-28DE-1A9A-075B7A4CA669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282003" y="5621410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CD276189-F5BA-194A-9961-544D55FC188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102972" y="5617634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C5D03C9-8D57-18D0-36EF-FADEF0B43CD4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9911402" y="5617634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18937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x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25194C9B-FFBE-38BF-4034-E2CC2EC48A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3FFA136-3BB9-F412-FE33-4EBD472C8D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4267198" y="1132707"/>
            <a:ext cx="0" cy="4950520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2451411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88E6283-FC41-DE5C-5DE5-5B32BEBA3AF5}"/>
              </a:ext>
            </a:extLst>
          </p:cNvPr>
          <p:cNvCxnSpPr>
            <a:cxnSpLocks/>
          </p:cNvCxnSpPr>
          <p:nvPr userDrawn="1"/>
        </p:nvCxnSpPr>
        <p:spPr>
          <a:xfrm>
            <a:off x="6087044" y="1139190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71A2B60-E687-9E9A-6071-0412E9FDDEC0}"/>
              </a:ext>
            </a:extLst>
          </p:cNvPr>
          <p:cNvCxnSpPr>
            <a:cxnSpLocks/>
          </p:cNvCxnSpPr>
          <p:nvPr userDrawn="1"/>
        </p:nvCxnSpPr>
        <p:spPr>
          <a:xfrm>
            <a:off x="7901049" y="1146994"/>
            <a:ext cx="0" cy="4936233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Picture Placeholder 11">
            <a:extLst>
              <a:ext uri="{FF2B5EF4-FFF2-40B4-BE49-F238E27FC236}">
                <a16:creationId xmlns:a16="http://schemas.microsoft.com/office/drawing/2014/main" id="{43AEB84D-C125-A1F5-16DE-53A14B5342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56807" y="1139851"/>
            <a:ext cx="1807200" cy="27333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200CCB9-1857-583E-3422-2FEF4D2D2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4" y="4159453"/>
            <a:ext cx="153544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86" name="Picture Placeholder 11">
            <a:extLst>
              <a:ext uri="{FF2B5EF4-FFF2-40B4-BE49-F238E27FC236}">
                <a16:creationId xmlns:a16="http://schemas.microsoft.com/office/drawing/2014/main" id="{E5C4A412-25A7-227B-2EC0-A4D405EC4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4745" y="1139189"/>
            <a:ext cx="1807200" cy="273404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7901049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4412" y="1139190"/>
            <a:ext cx="1803600" cy="273404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F0CB5FB-1871-AEAB-81AB-B763F2D5488C}"/>
              </a:ext>
            </a:extLst>
          </p:cNvPr>
          <p:cNvCxnSpPr>
            <a:cxnSpLocks/>
          </p:cNvCxnSpPr>
          <p:nvPr userDrawn="1"/>
        </p:nvCxnSpPr>
        <p:spPr>
          <a:xfrm>
            <a:off x="9723499" y="1132707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Picture Placeholder 11">
            <a:extLst>
              <a:ext uri="{FF2B5EF4-FFF2-40B4-BE49-F238E27FC236}">
                <a16:creationId xmlns:a16="http://schemas.microsoft.com/office/drawing/2014/main" id="{E9EDF79B-5D3A-103A-6CD1-3B9F14CF76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908507" y="1139191"/>
            <a:ext cx="1810800" cy="273404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2" name="Picture Placeholder 11">
            <a:extLst>
              <a:ext uri="{FF2B5EF4-FFF2-40B4-BE49-F238E27FC236}">
                <a16:creationId xmlns:a16="http://schemas.microsoft.com/office/drawing/2014/main" id="{2C41E41C-7424-333D-7C65-1B39AFED881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727673" y="1139189"/>
            <a:ext cx="1798010" cy="273404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8" name="Text Placeholder 69">
            <a:extLst>
              <a:ext uri="{FF2B5EF4-FFF2-40B4-BE49-F238E27FC236}">
                <a16:creationId xmlns:a16="http://schemas.microsoft.com/office/drawing/2014/main" id="{0ED21EB8-686E-3C41-02E3-D4C6473612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44114" y="4159453"/>
            <a:ext cx="153544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99" name="Text Placeholder 69">
            <a:extLst>
              <a:ext uri="{FF2B5EF4-FFF2-40B4-BE49-F238E27FC236}">
                <a16:creationId xmlns:a16="http://schemas.microsoft.com/office/drawing/2014/main" id="{9D3F32BA-49D1-618C-D8BE-C159815BE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9554" y="4159453"/>
            <a:ext cx="153544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0" name="Text Placeholder 69">
            <a:extLst>
              <a:ext uri="{FF2B5EF4-FFF2-40B4-BE49-F238E27FC236}">
                <a16:creationId xmlns:a16="http://schemas.microsoft.com/office/drawing/2014/main" id="{826DFC2B-A2E6-2DAE-2145-FCC7F2901F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2003" y="4159453"/>
            <a:ext cx="153544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6A10D75D-118D-0FB4-F673-8566B4133A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02972" y="4159453"/>
            <a:ext cx="153544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2" name="Text Placeholder 69">
            <a:extLst>
              <a:ext uri="{FF2B5EF4-FFF2-40B4-BE49-F238E27FC236}">
                <a16:creationId xmlns:a16="http://schemas.microsoft.com/office/drawing/2014/main" id="{8F6746E5-7672-5DFB-F36E-B4DC3A1BEA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11402" y="4157078"/>
            <a:ext cx="1535442" cy="477904"/>
          </a:xfrm>
        </p:spPr>
        <p:txBody>
          <a:bodyPr lIns="0" t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Subtitle</a:t>
            </a:r>
            <a:endParaRPr lang="nl-NL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23DD82F2-95F1-BC7A-54E1-FFBC6CE83E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3185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B40F55A-846C-36FE-AE23-D82AC192E73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1615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9F3FFE9-06EA-5EBD-A9A3-51185DF424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59554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01A02B2-F91C-0F49-CD35-53BFE257F6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4258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DF81FC8-1C3A-1396-6930-BAF48B1403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03362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A0169D-B0E3-675F-20F4-6C91C63BBC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11792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36BD10AC-FC13-75CE-9D81-326A46747B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FDA7D1-5107-4214-B7E7-3D84A974B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D685E02-B5C5-30FE-5CBD-2708E11BA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EAA517-53EB-D011-200A-2A134F131F65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D27DEF70-4314-EAAE-2481-115D7BBE2C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4A6444D1-4D7E-9F42-8729-AC6E16DF9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7849" y="1140911"/>
            <a:ext cx="1828800" cy="27323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763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el 3x bullet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D1197843-F4B9-4921-D028-85D27EB2FA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7179" y="1304923"/>
            <a:ext cx="3632598" cy="4665936"/>
          </a:xfrm>
          <a:prstGeom prst="rect">
            <a:avLst/>
          </a:prstGeom>
          <a:effectLst/>
        </p:spPr>
      </p:pic>
      <p:pic>
        <p:nvPicPr>
          <p:cNvPr id="15" name="Picture 14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C194B66E-DBAB-DE73-8332-50672258A2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8625" y="1304925"/>
            <a:ext cx="3688554" cy="4665936"/>
          </a:xfrm>
          <a:prstGeom prst="rect">
            <a:avLst/>
          </a:prstGeom>
          <a:effectLst/>
        </p:spPr>
      </p:pic>
      <p:pic>
        <p:nvPicPr>
          <p:cNvPr id="9" name="Picture 8" descr="A group of white cubes&#10;&#10;AI-generated content may be incorrect.">
            <a:extLst>
              <a:ext uri="{FF2B5EF4-FFF2-40B4-BE49-F238E27FC236}">
                <a16:creationId xmlns:a16="http://schemas.microsoft.com/office/drawing/2014/main" id="{6BE46816-DC77-C374-D1B7-034E242EF8F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031" y="1304925"/>
            <a:ext cx="3607594" cy="4665936"/>
          </a:xfrm>
          <a:prstGeom prst="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</p:pic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955717E-0E60-45C9-491F-7E469C30C6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627" y="1651628"/>
            <a:ext cx="2945487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4513250C-DDA8-7DF4-61BE-67C3B19683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819" y="1651628"/>
            <a:ext cx="2834284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1ABBAF2D-A0D0-64F5-48B8-9A752DE9F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0810" y="1659812"/>
            <a:ext cx="2834284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A42426A-022E-2BD3-F1BF-439A6880D6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27628" y="2159040"/>
            <a:ext cx="2945487" cy="3394036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806A647-FC50-5381-A63D-8E202282DE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83819" y="2159040"/>
            <a:ext cx="2834284" cy="3394036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919518C-2600-480F-8A17-5999317AC0A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80810" y="2159040"/>
            <a:ext cx="2834284" cy="3394036"/>
          </a:xfrm>
        </p:spPr>
        <p:txBody>
          <a:bodyPr lIns="0"/>
          <a:lstStyle>
            <a:lvl1pPr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  <a:defRPr sz="20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AD169E-A0E8-42F9-3598-8519D174F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29" y="617930"/>
            <a:ext cx="10928747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CAF972F-EEED-B9BE-6784-98CBC1245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C07DA17-E499-DA47-400B-9AD195A4A17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98F70D-E0B9-0B2B-B789-4DF065938CB7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C7009DB3-FF56-CFE6-1C2F-C1D67F08C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593678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 + image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FDE5D95D-6F33-8309-9868-52E7F7D5E2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C043537-817F-FC71-89FC-44979E349B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8169" y="6526286"/>
            <a:ext cx="5066502" cy="248743"/>
          </a:xfrm>
          <a:prstGeom prst="rect">
            <a:avLst/>
          </a:prstGeom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CF8CFC0-0EBF-8B89-C3D4-80A9FAF0F43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537450" y="0"/>
            <a:ext cx="465455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2D5F09-2590-3292-FCAE-71D995B81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6293641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81D748-CF40-B5F1-7815-11AD4E9D0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7171794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AB9FB2-4214-AAF6-ED35-8FF7EEF600F9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F01DCC5-5D42-608D-463E-907C2A65A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24BDADB-4FE3-8AD6-9402-3AD035CA3184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31029" y="1239838"/>
            <a:ext cx="6293641" cy="4600575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225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 + image smal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E8104048-F5F8-4B39-2261-D816248B9F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82E11E8-8D3C-B1A0-2C10-5B0A1040A9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389" y="6526286"/>
            <a:ext cx="5066502" cy="248743"/>
          </a:xfrm>
          <a:prstGeom prst="rect">
            <a:avLst/>
          </a:prstGeom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CF8CFC0-0EBF-8B89-C3D4-80A9FAF0F43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0" y="0"/>
            <a:ext cx="465455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D47933-5562-1702-35FE-946138DDB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69708" y="617930"/>
            <a:ext cx="6293642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F0D0D-688B-21CD-AE83-777BCBD10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5E2347-0545-C576-D4D0-366E7996EA4A}"/>
              </a:ext>
            </a:extLst>
          </p:cNvPr>
          <p:cNvSpPr txBox="1"/>
          <p:nvPr userDrawn="1"/>
        </p:nvSpPr>
        <p:spPr>
          <a:xfrm>
            <a:off x="5269708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40D9F95-CB57-E213-56FB-EF30EC562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9859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DCA5DFB-8B1D-7621-3518-1855CC90FDB9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5269708" y="1239838"/>
            <a:ext cx="6293641" cy="4600575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56522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 + image lar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7640403D-FF44-EA87-C335-51C78DF3BD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522E094C-C30B-6517-EB9C-5FAF4FB15C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8480" y="6524332"/>
            <a:ext cx="3564569" cy="247178"/>
          </a:xfrm>
          <a:prstGeom prst="rect">
            <a:avLst/>
          </a:prstGeom>
        </p:spPr>
      </p:pic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A3DA5B1-CF60-3452-A0E3-9D762A6B26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1A6220-3CBE-9156-FE7E-26BEB5718B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4722019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7592F20-DC41-FD1D-9F73-768AFB20C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7171794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7EF270-2F82-4A0F-68F4-733EC73B5B14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B0AB8383-EC32-6410-4A78-AD10A2C4B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E0F4550-AB2D-2DD2-AA60-53DF260F095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31029" y="1239838"/>
            <a:ext cx="4722019" cy="4600575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02720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 + image lar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99E57893-2CFC-EC6C-0B9D-EB925601B8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39165B-73FA-BA35-D48D-C0535E220A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7355" y="6524332"/>
            <a:ext cx="3564569" cy="247178"/>
          </a:xfrm>
          <a:prstGeom prst="rect">
            <a:avLst/>
          </a:prstGeom>
        </p:spPr>
      </p:pic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A3DA5B1-CF60-3452-A0E3-9D762A6B26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E483CA-F9BC-826C-8D6D-61090D31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988" y="617930"/>
            <a:ext cx="4808936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F2A2A1-653B-81B2-F1E5-F73838E66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67BCCE-2BBB-E186-F145-5A89D97AD764}"/>
              </a:ext>
            </a:extLst>
          </p:cNvPr>
          <p:cNvSpPr txBox="1"/>
          <p:nvPr userDrawn="1"/>
        </p:nvSpPr>
        <p:spPr>
          <a:xfrm>
            <a:off x="6782988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7E34610-7B10-379C-2D43-B6D5DA47F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73139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B576AE5-3946-62FE-BB07-3080AA40F5C7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782988" y="1239838"/>
            <a:ext cx="4776790" cy="4600575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38409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images withou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9273A64F-303C-77B5-14E0-B583311E24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8ACD5C7-9397-D1A4-30BA-7F83510D75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AFF0C4F-1B82-95C6-9184-0C58C6C084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029" y="1239838"/>
            <a:ext cx="5347077" cy="460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DF844193-60D9-D277-DFB1-FEE98A23DC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22228" y="1239837"/>
            <a:ext cx="5337550" cy="460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86BF6C-33C5-8119-D089-7167E1A7CA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538CF-6971-9A31-ACC8-17652BF70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F1A12A-AE4C-FDF3-6D92-9FEC524C08B9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25ED28E-368D-6527-65A7-612452ED0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931838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C942C648-6319-FE6E-F8FE-FDFC4D8E56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EA1E4B1-3BDD-36F4-1A47-3ED603AE10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AFF0C4F-1B82-95C6-9184-0C58C6C084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029" y="1239838"/>
            <a:ext cx="10928748" cy="460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BD9F2-0C9A-25F4-63F8-8B144D2BB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7B7B8F1-3EC4-7FEE-535B-EA59DF3AA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C9CEBF-0AE8-5796-BCAD-A6AB00403E3F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242A021-0DE6-CA09-2F39-9FAB9BAF4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8283136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A960817-E0F0-A3A7-B64B-EFDE7B5839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F8273D4-BE70-8AAD-015C-A089C49B0F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AFF0C4F-1B82-95C6-9184-0C58C6C084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029" y="1759382"/>
            <a:ext cx="10928748" cy="408103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44E57826-E98A-447F-B1DB-D875AF8C08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027" y="1289678"/>
            <a:ext cx="10928748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EF6B28-F7B4-7295-F868-D6BF088F0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B75B7-0F28-3141-CE83-60D03793E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844BA4-AA8D-AE11-B433-0B1D158A2FEE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95C980A-83F4-AE80-5913-D2C8B7A43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2929150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2B3A45A-D2BC-A3D5-678A-05198A364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7E7F68C-AF14-3514-434B-DE46302321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E6F67E-778E-3695-8153-730C7678875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31030" y="1239838"/>
            <a:ext cx="10928747" cy="4600575"/>
          </a:xfrm>
        </p:spPr>
        <p:txBody>
          <a:bodyPr/>
          <a:lstStyle/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FD6AB-3AC5-A6F7-5DB0-6996A2960B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4433A7-38A7-5DF3-A1EB-691DE29A4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C71A5-61ED-307F-735E-88D54D47CD14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9169B7A-896F-D9C9-4D73-C736A6CA9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0127250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1975A07-2D9B-49A3-80D3-C8532A3928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D8766A8-AC08-8D03-FBD4-AB2A13AC74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825CD01-AF6C-C8E8-F9DD-A329948948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728" y="2878738"/>
            <a:ext cx="10931049" cy="1100523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8000" b="1" cap="all" spc="-11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65B4097-C8E5-2992-25F2-148320553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CB7A2D-495B-83A1-B87D-22128D07A018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B40C563-851B-F0A9-FAC1-AAB137209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9071332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6D57B7-236D-52F3-D86C-BC1A8F1475F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69B8CA-0813-E697-DB36-89F0E6BA0D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5190" y="2078817"/>
            <a:ext cx="5341620" cy="1122680"/>
          </a:xfrm>
        </p:spPr>
        <p:txBody>
          <a:bodyPr>
            <a:noAutofit/>
          </a:bodyPr>
          <a:lstStyle>
            <a:lvl1pPr algn="ctr">
              <a:buNone/>
              <a:defRPr sz="8800" b="1" cap="all" spc="-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1F595-156C-ACB9-5A8F-355431D6A418}"/>
              </a:ext>
            </a:extLst>
          </p:cNvPr>
          <p:cNvSpPr/>
          <p:nvPr userDrawn="1"/>
        </p:nvSpPr>
        <p:spPr>
          <a:xfrm>
            <a:off x="13040844" y="16042"/>
            <a:ext cx="2576346" cy="44565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A871E-47FE-06DC-5A5E-EDFE17455C65}"/>
              </a:ext>
            </a:extLst>
          </p:cNvPr>
          <p:cNvSpPr txBox="1"/>
          <p:nvPr userDrawn="1"/>
        </p:nvSpPr>
        <p:spPr>
          <a:xfrm>
            <a:off x="13321707" y="198050"/>
            <a:ext cx="1781017" cy="871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/>
              <a:t>To replace background image:</a:t>
            </a:r>
          </a:p>
          <a:p>
            <a:r>
              <a:rPr lang="en-US" sz="1600"/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9D7C52-682A-4801-DD87-5A1E5C000F00}"/>
              </a:ext>
            </a:extLst>
          </p:cNvPr>
          <p:cNvSpPr txBox="1"/>
          <p:nvPr userDrawn="1"/>
        </p:nvSpPr>
        <p:spPr>
          <a:xfrm>
            <a:off x="13324170" y="1152940"/>
            <a:ext cx="1554708" cy="14157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Delete the image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Click on Insert…’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Click on image, go to Arrange and send image to back.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Your slide text will become visible now.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You can change the colour of the font, if needed.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90697-3280-105C-66C6-30251881E4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411159" y="2799184"/>
            <a:ext cx="1348450" cy="132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966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2355F3A-DA29-1036-785A-2CBEA501B34F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009915B-1DC9-EFBF-D1CF-A5078DFBAEE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 rot="10800000">
            <a:off x="0" y="10160"/>
            <a:ext cx="12192000" cy="183514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80000">
                <a:schemeClr val="tx1"/>
              </a:gs>
            </a:gsLst>
            <a:lin ang="5400000" scaled="1"/>
            <a:tileRect/>
          </a:gradFill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d</a:t>
            </a:r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29BC7C-2F1C-B2BA-70F2-5B96822E47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solidFill>
                  <a:schemeClr val="bg1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259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195444-2058-75AB-510D-1832B287704D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37107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CC53740-14F6-17C1-5055-928DCB366F6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18018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+ subtitle +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A1B1CBD-BEC9-5252-AFDE-9B7163689E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758EBDB-4A57-EB7A-0059-E375E23626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E309387-66CE-4FF6-28B5-162FDDCED7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027" y="1289678"/>
            <a:ext cx="3552784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795EC28F-4BF2-CF98-277D-BEF7A7D07C1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027" y="1759382"/>
            <a:ext cx="3552784" cy="4324618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3B4D2C-9298-DB41-41BA-976D730C39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3FF0E6-677C-19B4-4222-6A63A810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986FE0-97AE-5CFF-348C-CE7DF4D16415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935B982-24B8-08DD-3909-DA93D43A2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EEAD44-2542-ACA9-2149-DC1E5D92898E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622403" y="1289050"/>
            <a:ext cx="6937375" cy="479425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06993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CA84AB88-57A3-8374-8CEC-16DD823B3E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5F9F6DF-3237-D3A5-176D-48A91B8AC9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1651169-1F6C-1E3A-35FE-6FDBE667E008}"/>
              </a:ext>
            </a:extLst>
          </p:cNvPr>
          <p:cNvSpPr/>
          <p:nvPr userDrawn="1"/>
        </p:nvSpPr>
        <p:spPr>
          <a:xfrm>
            <a:off x="4554885" y="1437152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AA36771E-B64E-8F7F-6B9D-505E4D1DF32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661635" y="1548277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75C9A0-7F6E-F779-13B8-D6160A9DBEEA}"/>
              </a:ext>
            </a:extLst>
          </p:cNvPr>
          <p:cNvSpPr/>
          <p:nvPr userDrawn="1"/>
        </p:nvSpPr>
        <p:spPr>
          <a:xfrm>
            <a:off x="8380454" y="1453027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30F56B47-1B9D-B745-A43F-F917A10501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492169" y="1564152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0F12A1D-A609-121B-8667-14D13C2D56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169" y="2991887"/>
            <a:ext cx="3003624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958833A-AA2D-EF3E-B26C-B8530493508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54886" y="2991887"/>
            <a:ext cx="2979390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0F837A-13E9-07CF-1A54-CEFF5FC887A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80454" y="2986287"/>
            <a:ext cx="3179323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5F348A20-41CE-C7FE-FBB8-5605EF4E826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4548512" y="3509805"/>
            <a:ext cx="2985763" cy="249276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1AE1DE5F-938C-79D3-CB22-5A5F277F4812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8380454" y="3504885"/>
            <a:ext cx="3179323" cy="2499686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2062AE-3928-CBCA-F410-1E730B5F601F}"/>
              </a:ext>
            </a:extLst>
          </p:cNvPr>
          <p:cNvSpPr/>
          <p:nvPr userDrawn="1"/>
        </p:nvSpPr>
        <p:spPr>
          <a:xfrm>
            <a:off x="613169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FF3F9065-E460-47C6-B22E-6843E5A8F936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719919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38CB010F-8ED4-857B-AD6E-DAAAF500478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613168" y="3429000"/>
            <a:ext cx="3003623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EF1812-50EE-CECF-2641-E030C8ECC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A0594E8-C072-EF3D-2C85-E7821937A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19E5D5-B6C3-BCDE-EF9C-727E7297DE3D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B25B1D00-F80A-6C56-C0E6-EEB88F47D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2108758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+ norm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856306C1-9F58-BD19-88B5-022F9FCB9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1914904-4294-7A93-38EA-37A8F90EBD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01E103B-19FF-B1B6-8A5E-886A604A1D6E}"/>
              </a:ext>
            </a:extLst>
          </p:cNvPr>
          <p:cNvSpPr/>
          <p:nvPr userDrawn="1"/>
        </p:nvSpPr>
        <p:spPr>
          <a:xfrm>
            <a:off x="613169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F0BD904-18A8-E28B-EC1C-B37F8C32799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19919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F29E59-62CE-EEA4-8298-E0BC32888300}"/>
              </a:ext>
            </a:extLst>
          </p:cNvPr>
          <p:cNvSpPr/>
          <p:nvPr userDrawn="1"/>
        </p:nvSpPr>
        <p:spPr>
          <a:xfrm>
            <a:off x="3490925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950D53E6-020A-8783-4637-7638CE16AD0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597675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1C899D-96DF-4FDC-6D1E-09D76767AD81}"/>
              </a:ext>
            </a:extLst>
          </p:cNvPr>
          <p:cNvSpPr/>
          <p:nvPr userDrawn="1"/>
        </p:nvSpPr>
        <p:spPr>
          <a:xfrm>
            <a:off x="6220229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716EE80F-37CD-3E9D-E4D8-1D8EE3FFA59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26979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AEE58F-22E8-F860-F735-DB62DCEE6AC2}"/>
              </a:ext>
            </a:extLst>
          </p:cNvPr>
          <p:cNvSpPr/>
          <p:nvPr userDrawn="1"/>
        </p:nvSpPr>
        <p:spPr>
          <a:xfrm>
            <a:off x="8949533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C28F4393-40D4-64D7-0FBA-C4971E2362E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56283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6F73A9AE-8825-FFD3-54EB-C16782E04E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169" y="2994325"/>
            <a:ext cx="2629299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AECEACA-68EA-1CCB-D2B6-7E103CE8C78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10469" y="3429000"/>
            <a:ext cx="2613664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27E500-D626-FEB4-E5C2-AD783925F20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463124" y="2994326"/>
            <a:ext cx="2629299" cy="257586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6735BA1-38D6-3284-A8A9-B5E3008104E3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3461857" y="3429000"/>
            <a:ext cx="2613664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9B53629-7FE4-9D47-7AEA-E4074AF544B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20229" y="2994325"/>
            <a:ext cx="2629299" cy="257586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278D8A2B-B49F-DB8D-02B9-82ECD8B95ADA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6228046" y="3428999"/>
            <a:ext cx="2613664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A0ACD51-4A1D-15B8-0D26-59E88441964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947306" y="2994325"/>
            <a:ext cx="2610132" cy="257586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A8EAF462-0529-1B69-2FD5-B53604A078F4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8955066" y="3428999"/>
            <a:ext cx="259461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8BBB91-0740-0EB4-0B03-0A75AF48F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D8B1E6-1E8A-D08B-7437-05AF3F129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214052-C2ED-7AC9-AF95-C6EE3467832D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A3C391B2-0673-485E-D4CB-7E1275715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4500463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con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B11B541-A26E-662C-1CA1-8382C90A52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74B5DE9-BC51-93B6-5A45-329871DEEB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55FD12F-527B-CAAA-153D-3A363E471B2B}"/>
              </a:ext>
            </a:extLst>
          </p:cNvPr>
          <p:cNvSpPr/>
          <p:nvPr userDrawn="1"/>
        </p:nvSpPr>
        <p:spPr>
          <a:xfrm>
            <a:off x="2832414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C02C6294-E6D6-5503-A3C6-C7B999002F3B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2944129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58060D-4CEE-F5FC-58BE-C852B91C9C8E}"/>
              </a:ext>
            </a:extLst>
          </p:cNvPr>
          <p:cNvSpPr/>
          <p:nvPr userDrawn="1"/>
        </p:nvSpPr>
        <p:spPr>
          <a:xfrm>
            <a:off x="5051659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0F895D58-D641-2455-BFE0-77E9EAD6E712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5163374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1ED0D1-880F-E968-D225-6521971A3695}"/>
              </a:ext>
            </a:extLst>
          </p:cNvPr>
          <p:cNvSpPr/>
          <p:nvPr userDrawn="1"/>
        </p:nvSpPr>
        <p:spPr>
          <a:xfrm>
            <a:off x="7277745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865122AC-BE6B-912B-B487-A9BCB91E648F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7389460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CE7C8C-B504-66FC-9B79-221EF9C67293}"/>
              </a:ext>
            </a:extLst>
          </p:cNvPr>
          <p:cNvSpPr/>
          <p:nvPr userDrawn="1"/>
        </p:nvSpPr>
        <p:spPr>
          <a:xfrm>
            <a:off x="9503831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6A22CCE1-4B35-4948-D138-6035D72ACBAA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9615546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0AB58-4C47-39E2-4D15-18510F0931E2}"/>
              </a:ext>
            </a:extLst>
          </p:cNvPr>
          <p:cNvSpPr/>
          <p:nvPr userDrawn="1"/>
        </p:nvSpPr>
        <p:spPr>
          <a:xfrm>
            <a:off x="613169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B0BDFC28-2E72-089F-3B1F-7B818F9BC987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719919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365ADE4-B52A-F05A-26D8-B1CCB5EDA5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169" y="2994325"/>
            <a:ext cx="205594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DC585A-7855-DAB8-8FBD-3E69DBDD5E6B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617134" y="3429000"/>
            <a:ext cx="205095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1B90F5D-CF78-E327-DD02-B5319AE8FE4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837963" y="2994325"/>
            <a:ext cx="205594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EC2898A-2C07-71C9-534C-ED5FC3DCAB62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2837963" y="3429000"/>
            <a:ext cx="205095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075FA05-057D-8269-1D65-639167CDCE5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051920" y="2990356"/>
            <a:ext cx="205594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F307A7BF-CDB3-E1B3-DEAA-A85839C6783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5051920" y="3425031"/>
            <a:ext cx="205095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6CF53EC5-5984-2ECA-6CF2-E97BC331529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277745" y="2990356"/>
            <a:ext cx="205594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5204AE12-DBCC-32B9-F3C9-B6CA0ED5AA4E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7277745" y="3425031"/>
            <a:ext cx="205095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4CF674E5-3438-B48C-8483-319B2504DD4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503831" y="2990356"/>
            <a:ext cx="205594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0B578C8C-CC69-5EE3-14F4-8F079DEC228F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9503831" y="3425031"/>
            <a:ext cx="205095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7673B-A6A8-F897-EADB-74AC92B06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068E3-7687-22D0-6C3F-A8562B1BB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6AD55-9461-3DF8-A72E-2700B785AF56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B362307-1DA6-2104-5F5F-A634EA1CD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6253599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67C324C5-290A-6365-B993-A2EFA7E43E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sp>
        <p:nvSpPr>
          <p:cNvPr id="49" name="Text Placeholder 43">
            <a:extLst>
              <a:ext uri="{FF2B5EF4-FFF2-40B4-BE49-F238E27FC236}">
                <a16:creationId xmlns:a16="http://schemas.microsoft.com/office/drawing/2014/main" id="{EFC28D97-9C7A-3C4E-1D1A-5CD97803A3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4732" y="4835023"/>
            <a:ext cx="741628" cy="489223"/>
          </a:xfrm>
        </p:spPr>
        <p:txBody>
          <a:bodyPr lIns="0" anchor="ctr"/>
          <a:lstStyle>
            <a:lvl1pPr>
              <a:buNone/>
              <a:defRPr sz="38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0.0</a:t>
            </a:r>
            <a:endParaRPr lang="nl-NL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9EE55C7-5466-1CFB-D211-03553190B1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4041" y="477607"/>
            <a:ext cx="1104065" cy="29391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9" name="Picture Placeholder 37">
            <a:extLst>
              <a:ext uri="{FF2B5EF4-FFF2-40B4-BE49-F238E27FC236}">
                <a16:creationId xmlns:a16="http://schemas.microsoft.com/office/drawing/2014/main" id="{06A9A6CB-8098-0C0E-5C3C-3223A27125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11702" y="532637"/>
            <a:ext cx="204780" cy="2047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659BF0F-1BAC-A4FF-1E04-C8A70466ED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16977" y="533400"/>
            <a:ext cx="485775" cy="204788"/>
          </a:xfrm>
          <a:solidFill>
            <a:srgbClr val="F04A03"/>
          </a:solidFill>
        </p:spPr>
        <p:txBody>
          <a:bodyPr/>
          <a:lstStyle>
            <a:lvl1pPr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000"/>
              <a:t>TEXT</a:t>
            </a:r>
            <a:endParaRPr lang="nl-NL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3D12FEC5-8C42-0C01-E7E7-724EBEB9D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4041" y="1158578"/>
            <a:ext cx="5338711" cy="609323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5A9F5C3-69A4-B1A0-DE33-24235414DE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41" y="2017887"/>
            <a:ext cx="5338261" cy="289495"/>
          </a:xfrm>
        </p:spPr>
        <p:txBody>
          <a:bodyPr lIns="0" anchor="ctr"/>
          <a:lstStyle>
            <a:lvl1pPr>
              <a:buNone/>
              <a:defRPr sz="12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ECF4589B-26B8-A922-0D36-45489F4E71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4041" y="2331277"/>
            <a:ext cx="5338711" cy="665378"/>
          </a:xfrm>
        </p:spPr>
        <p:txBody>
          <a:bodyPr lIns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sz="1200">
                <a:latin typeface="+mn-lt"/>
              </a:rPr>
              <a:t>Text</a:t>
            </a:r>
            <a:endParaRPr lang="nl-NL"/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34C5A030-F30F-2DFF-675D-620D01ADBC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019" y="3364167"/>
            <a:ext cx="5330834" cy="289495"/>
          </a:xfrm>
        </p:spPr>
        <p:txBody>
          <a:bodyPr lIns="0" anchor="ctr"/>
          <a:lstStyle>
            <a:lvl1pPr>
              <a:buNone/>
              <a:defRPr sz="12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8737E0A8-B076-1A6D-15F3-E43C40AB04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019" y="3677557"/>
            <a:ext cx="5331283" cy="665378"/>
          </a:xfrm>
        </p:spPr>
        <p:txBody>
          <a:bodyPr lIns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sz="1200">
                <a:latin typeface="+mn-lt"/>
              </a:rPr>
              <a:t>Text</a:t>
            </a:r>
            <a:endParaRPr lang="nl-NL"/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119BB500-0A3C-E88C-743A-CA7329271C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4040" y="5351146"/>
            <a:ext cx="1452301" cy="227984"/>
          </a:xfrm>
        </p:spPr>
        <p:txBody>
          <a:bodyPr lIns="0" anchor="ctr"/>
          <a:lstStyle>
            <a:lvl1pPr>
              <a:buNone/>
              <a:defRPr sz="900" b="1" cap="all" baseline="0">
                <a:latin typeface="+mj-lt"/>
              </a:defRPr>
            </a:lvl1pPr>
          </a:lstStyle>
          <a:p>
            <a:pPr lvl="0"/>
            <a:r>
              <a:rPr lang="en-US"/>
              <a:t>Explanation</a:t>
            </a:r>
            <a:endParaRPr lang="nl-NL"/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CF971485-862C-962A-3E7C-B0A7C5B952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4714" y="4774673"/>
            <a:ext cx="741628" cy="289495"/>
          </a:xfrm>
        </p:spPr>
        <p:txBody>
          <a:bodyPr lIns="0" anchor="ctr"/>
          <a:lstStyle>
            <a:lvl1pPr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sz="1200">
                <a:latin typeface="+mj-lt"/>
              </a:rPr>
              <a:t>UNIT</a:t>
            </a:r>
            <a:endParaRPr lang="nl-NL"/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081E1046-579C-6069-DF05-35D12970D0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07142" y="4837203"/>
            <a:ext cx="741628" cy="489223"/>
          </a:xfrm>
        </p:spPr>
        <p:txBody>
          <a:bodyPr lIns="0" anchor="ctr"/>
          <a:lstStyle>
            <a:lvl1pPr>
              <a:buNone/>
              <a:defRPr sz="38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0.0</a:t>
            </a:r>
            <a:endParaRPr lang="nl-NL" dirty="0"/>
          </a:p>
        </p:txBody>
      </p:sp>
      <p:sp>
        <p:nvSpPr>
          <p:cNvPr id="54" name="Text Placeholder 43">
            <a:extLst>
              <a:ext uri="{FF2B5EF4-FFF2-40B4-BE49-F238E27FC236}">
                <a16:creationId xmlns:a16="http://schemas.microsoft.com/office/drawing/2014/main" id="{F36395CA-B3E5-BCAB-3279-1DE80C5BB6C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6450" y="5353326"/>
            <a:ext cx="1452301" cy="227984"/>
          </a:xfrm>
        </p:spPr>
        <p:txBody>
          <a:bodyPr lIns="0" anchor="ctr"/>
          <a:lstStyle>
            <a:lvl1pPr>
              <a:buNone/>
              <a:defRPr sz="900" b="1" cap="all" baseline="0">
                <a:latin typeface="+mj-lt"/>
              </a:defRPr>
            </a:lvl1pPr>
          </a:lstStyle>
          <a:p>
            <a:pPr lvl="0"/>
            <a:r>
              <a:rPr lang="en-US"/>
              <a:t>Explanation</a:t>
            </a:r>
            <a:endParaRPr lang="nl-NL"/>
          </a:p>
        </p:txBody>
      </p:sp>
      <p:sp>
        <p:nvSpPr>
          <p:cNvPr id="55" name="Text Placeholder 43">
            <a:extLst>
              <a:ext uri="{FF2B5EF4-FFF2-40B4-BE49-F238E27FC236}">
                <a16:creationId xmlns:a16="http://schemas.microsoft.com/office/drawing/2014/main" id="{387B0549-5AEB-7CE0-64C4-1D0DE213F5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17124" y="4776853"/>
            <a:ext cx="741628" cy="289495"/>
          </a:xfrm>
        </p:spPr>
        <p:txBody>
          <a:bodyPr lIns="0" anchor="ctr"/>
          <a:lstStyle>
            <a:lvl1pPr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sz="1200">
                <a:latin typeface="+mj-lt"/>
              </a:rPr>
              <a:t>UNIT</a:t>
            </a:r>
            <a:endParaRPr lang="nl-NL"/>
          </a:p>
        </p:txBody>
      </p:sp>
      <p:sp>
        <p:nvSpPr>
          <p:cNvPr id="56" name="Text Placeholder 43">
            <a:extLst>
              <a:ext uri="{FF2B5EF4-FFF2-40B4-BE49-F238E27FC236}">
                <a16:creationId xmlns:a16="http://schemas.microsoft.com/office/drawing/2014/main" id="{9FBD7ADE-8298-DD2E-9B8C-C97ACCC5FA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0243" y="4835023"/>
            <a:ext cx="741628" cy="489223"/>
          </a:xfrm>
        </p:spPr>
        <p:txBody>
          <a:bodyPr lIns="0" anchor="ctr"/>
          <a:lstStyle>
            <a:lvl1pPr>
              <a:buNone/>
              <a:defRPr sz="3800" b="1" cap="all" baseline="0">
                <a:latin typeface="+mj-lt"/>
              </a:defRPr>
            </a:lvl1pPr>
          </a:lstStyle>
          <a:p>
            <a:pPr lvl="0"/>
            <a:r>
              <a:rPr lang="en-US"/>
              <a:t>0.0</a:t>
            </a:r>
            <a:endParaRPr lang="nl-NL"/>
          </a:p>
        </p:txBody>
      </p:sp>
      <p:sp>
        <p:nvSpPr>
          <p:cNvPr id="57" name="Text Placeholder 43">
            <a:extLst>
              <a:ext uri="{FF2B5EF4-FFF2-40B4-BE49-F238E27FC236}">
                <a16:creationId xmlns:a16="http://schemas.microsoft.com/office/drawing/2014/main" id="{01F6906B-7A64-F0D6-F5DF-D16D2E9729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9551" y="5351146"/>
            <a:ext cx="1452301" cy="227984"/>
          </a:xfrm>
        </p:spPr>
        <p:txBody>
          <a:bodyPr lIns="0" anchor="ctr"/>
          <a:lstStyle>
            <a:lvl1pPr>
              <a:buNone/>
              <a:defRPr sz="900" b="1" cap="all" baseline="0">
                <a:latin typeface="+mj-lt"/>
              </a:defRPr>
            </a:lvl1pPr>
          </a:lstStyle>
          <a:p>
            <a:pPr lvl="0"/>
            <a:r>
              <a:rPr lang="en-US"/>
              <a:t>Explanation</a:t>
            </a:r>
            <a:endParaRPr lang="nl-NL"/>
          </a:p>
        </p:txBody>
      </p:sp>
      <p:sp>
        <p:nvSpPr>
          <p:cNvPr id="58" name="Text Placeholder 43">
            <a:extLst>
              <a:ext uri="{FF2B5EF4-FFF2-40B4-BE49-F238E27FC236}">
                <a16:creationId xmlns:a16="http://schemas.microsoft.com/office/drawing/2014/main" id="{D2A5FD68-DF45-CCD5-3627-0D06ACC38B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60225" y="4774673"/>
            <a:ext cx="741628" cy="289495"/>
          </a:xfrm>
        </p:spPr>
        <p:txBody>
          <a:bodyPr lIns="0" anchor="ctr"/>
          <a:lstStyle>
            <a:lvl1pPr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sz="1200">
                <a:latin typeface="+mj-lt"/>
              </a:rPr>
              <a:t>UNIT</a:t>
            </a:r>
            <a:endParaRPr lang="nl-NL"/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5C36A05D-7F22-BE5E-7A9D-EDF94812C85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22696" y="0"/>
            <a:ext cx="566930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293FA10-3FEB-3CBE-8129-375C6DAA5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7171794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6572F-610D-4169-E6DF-980633C7EF79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B5CCA07-CA95-0E67-1DE0-FF7197FBD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9993015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overview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6D141BD6-A9CD-61FC-6DBE-3C9FCC670C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7" name="Picture 16" descr="A black background with a red line&#10;&#10;AI-generated content may be incorrect.">
            <a:extLst>
              <a:ext uri="{FF2B5EF4-FFF2-40B4-BE49-F238E27FC236}">
                <a16:creationId xmlns:a16="http://schemas.microsoft.com/office/drawing/2014/main" id="{1D28F1F0-4E32-F6E3-D337-322C1DBEA4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6403" y="4286256"/>
            <a:ext cx="6903373" cy="1768439"/>
          </a:xfrm>
          <a:prstGeom prst="rect">
            <a:avLst/>
          </a:prstGeom>
        </p:spPr>
      </p:pic>
      <p:sp>
        <p:nvSpPr>
          <p:cNvPr id="28" name="Picture Placeholder 20">
            <a:extLst>
              <a:ext uri="{FF2B5EF4-FFF2-40B4-BE49-F238E27FC236}">
                <a16:creationId xmlns:a16="http://schemas.microsoft.com/office/drawing/2014/main" id="{99B1F4D7-24A0-9052-0319-B6234247C507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4662347" y="1289678"/>
            <a:ext cx="2271060" cy="29305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3E6D41AC-C3D3-CDCE-9C6D-F4E36C02A56E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6946596" y="1289678"/>
            <a:ext cx="2306238" cy="28835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F4C48EAA-9099-DFDA-6B5D-0CDF8C6A31D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9253538" y="1289678"/>
            <a:ext cx="2306239" cy="29305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7" name="Picture Placeholder 20">
            <a:extLst>
              <a:ext uri="{FF2B5EF4-FFF2-40B4-BE49-F238E27FC236}">
                <a16:creationId xmlns:a16="http://schemas.microsoft.com/office/drawing/2014/main" id="{D07E37AC-6708-DCBE-B115-454E71DF4D30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9288717" y="4221481"/>
            <a:ext cx="2271060" cy="9283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FB22C9FF-80F3-1544-F290-7664D737FC2E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662347" y="4236119"/>
            <a:ext cx="2271059" cy="9137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C2875157-3390-644A-3787-568EABEF8A88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4662348" y="5193030"/>
            <a:ext cx="2271058" cy="9048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86903823-D88A-BFAE-8C74-B72BBFA7B51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964639" y="5193030"/>
            <a:ext cx="2271852" cy="9048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5" name="Picture Placeholder 20">
            <a:extLst>
              <a:ext uri="{FF2B5EF4-FFF2-40B4-BE49-F238E27FC236}">
                <a16:creationId xmlns:a16="http://schemas.microsoft.com/office/drawing/2014/main" id="{FF6F9749-E013-D335-BF0E-D26CD5DE69BE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288717" y="5193030"/>
            <a:ext cx="2271060" cy="9048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6" name="Picture Placeholder 20">
            <a:extLst>
              <a:ext uri="{FF2B5EF4-FFF2-40B4-BE49-F238E27FC236}">
                <a16:creationId xmlns:a16="http://schemas.microsoft.com/office/drawing/2014/main" id="{C9E6A592-391D-E662-4C09-9FF38A85D9B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6964639" y="4286920"/>
            <a:ext cx="2272645" cy="86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841440A-4F4A-9CC4-085D-4BE812A5D3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027" y="1289678"/>
            <a:ext cx="3552784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02A28-F72F-ACDE-E9DC-A208C5183A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662347" y="4152900"/>
            <a:ext cx="6639941" cy="1327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1000">
                <a:srgbClr val="F15D03"/>
              </a:gs>
            </a:gsLst>
            <a:lin ang="0" scaled="1"/>
            <a:tileRect/>
          </a:gra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AB7CBC-CEC2-FD0E-774E-4E73167BB32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1302640" y="4219292"/>
            <a:ext cx="128392" cy="132784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A8EAD55-1012-333D-0D89-4C880412916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431384" y="4082355"/>
            <a:ext cx="128392" cy="132784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30305E-A751-978F-9EAB-7451B8730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0784DA-8AFB-E6AE-B106-E5F9F32E8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76B09-BBE2-BF38-05F1-2913ACC3FE3D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B69159A-CFE8-50D7-69D5-2FB07CF98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1297620C-3AE8-73A6-199B-48E8BD42B53B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31030" y="1759382"/>
            <a:ext cx="3552782" cy="4347904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6639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overvie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44D7D1D-4000-E335-7A06-EBAB6DDCC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20B645A-4D3F-42A4-F3D4-41374F9801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36F072A-6F87-0350-7523-6626617DAFFC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5084724" y="1188244"/>
            <a:ext cx="2355850" cy="23558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F3B33C3-DBD9-F2B7-56C4-DA68D01257D3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7450455" y="2366169"/>
            <a:ext cx="2363470" cy="23558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FC5B08A-A643-6193-39E0-87BB3D1DD609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9825037" y="-4349"/>
            <a:ext cx="2355850" cy="23558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A2A587C-B133-04EE-BB58-561DF222DA0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 rot="5400000">
            <a:off x="4235944" y="1824140"/>
            <a:ext cx="2895600" cy="119804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80000">
                <a:schemeClr val="bg1"/>
              </a:gs>
            </a:gsLst>
            <a:lin ang="5400000" scaled="1"/>
            <a:tileRect/>
          </a:gradFill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d</a:t>
            </a:r>
            <a:endParaRPr lang="nl-NL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471144E-E576-E4ED-3678-6D87848F539A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4763769" y="5099050"/>
            <a:ext cx="1700530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4E6BECE3-93AA-7142-5C97-AE4AB1CD1CD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763769" y="5591175"/>
            <a:ext cx="1698625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2" name="Picture Placeholder 19">
            <a:extLst>
              <a:ext uri="{FF2B5EF4-FFF2-40B4-BE49-F238E27FC236}">
                <a16:creationId xmlns:a16="http://schemas.microsoft.com/office/drawing/2014/main" id="{763B05E1-BB41-858E-1063-3B1EDDA06F53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6468109" y="5594985"/>
            <a:ext cx="1681481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3" name="Picture Placeholder 19">
            <a:extLst>
              <a:ext uri="{FF2B5EF4-FFF2-40B4-BE49-F238E27FC236}">
                <a16:creationId xmlns:a16="http://schemas.microsoft.com/office/drawing/2014/main" id="{8C8F4099-9651-1E9D-B3BE-DBE715FDF79D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6468109" y="5099050"/>
            <a:ext cx="1681481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4" name="Picture Placeholder 19">
            <a:extLst>
              <a:ext uri="{FF2B5EF4-FFF2-40B4-BE49-F238E27FC236}">
                <a16:creationId xmlns:a16="http://schemas.microsoft.com/office/drawing/2014/main" id="{C0590616-A0BE-930C-75AA-4729A5522994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8149590" y="5099050"/>
            <a:ext cx="1697355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5" name="Picture Placeholder 19">
            <a:extLst>
              <a:ext uri="{FF2B5EF4-FFF2-40B4-BE49-F238E27FC236}">
                <a16:creationId xmlns:a16="http://schemas.microsoft.com/office/drawing/2014/main" id="{410C328A-4884-9599-86E0-FCCF7FF54B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8149590" y="5594985"/>
            <a:ext cx="1697355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6" name="Picture Placeholder 19">
            <a:extLst>
              <a:ext uri="{FF2B5EF4-FFF2-40B4-BE49-F238E27FC236}">
                <a16:creationId xmlns:a16="http://schemas.microsoft.com/office/drawing/2014/main" id="{B001959B-5387-08BC-FA18-E9A986EBE641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46945" y="5099050"/>
            <a:ext cx="1697355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7" name="Picture Placeholder 19">
            <a:extLst>
              <a:ext uri="{FF2B5EF4-FFF2-40B4-BE49-F238E27FC236}">
                <a16:creationId xmlns:a16="http://schemas.microsoft.com/office/drawing/2014/main" id="{BE8FAB17-8F90-0DCF-13AC-57CD0A92CB0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9846945" y="5596889"/>
            <a:ext cx="1697355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2CCB6FF-7968-C724-856E-C22EC183E0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026" y="1289678"/>
            <a:ext cx="3858977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F4E357-9BD1-EC5C-3152-F292D0E686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3858973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EF50114-A55E-6D17-CBEF-13DB344AC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BBF4F7-1463-3956-A202-D397D1959988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3B3726A-0687-4976-A005-C93D1BC82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C35F691-07CC-95AD-CD91-11DE2E255294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31029" y="1759382"/>
            <a:ext cx="3858973" cy="4347904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6240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CF327716-A2EE-3DAC-8193-F0362C65D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A916EFD-1130-F942-B1ED-34673DD740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3430" y="6524332"/>
            <a:ext cx="3564569" cy="247178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89B0C62-C669-CE20-E006-1D64663645E1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0279380" y="845821"/>
            <a:ext cx="1451363" cy="3632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B69B824-0604-14FB-5840-EFF8C76C84D2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6096000" y="-4764"/>
            <a:ext cx="3759994" cy="27146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473F3FB8-2574-143D-D320-74DE279498C2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6096000" y="2709864"/>
            <a:ext cx="6096000" cy="41481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8D14B034-3FE7-3274-BD2C-73C1C67C0F8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20722" y="1479176"/>
            <a:ext cx="4710654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Challenge</a:t>
            </a:r>
            <a:endParaRPr lang="nl-NL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E86B8819-2C1E-E005-0419-A2808E39B5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1026" y="1879331"/>
            <a:ext cx="4696973" cy="75058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77EDD0D4-33D8-59BF-F1E5-FF8C8D8BE71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17345" y="2765169"/>
            <a:ext cx="471794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Contribution</a:t>
            </a:r>
            <a:endParaRPr lang="nl-NL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49E0672-F163-BBCD-44EE-58D7E406301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7562" y="3179711"/>
            <a:ext cx="4696973" cy="75058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D0341E34-4218-76AE-342B-0E5690C962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13436" y="4070651"/>
            <a:ext cx="471794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Result</a:t>
            </a:r>
            <a:endParaRPr lang="nl-NL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4330CEBB-C1A4-5006-3334-B178B4A3774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3653" y="4485193"/>
            <a:ext cx="4696973" cy="75058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8E4D53-D5D0-D287-717A-28710C9AC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4689596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7E7E328-4EE8-DD42-253F-DF58AF7EF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7171794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5BCB9F-1EFE-07FA-DFB3-E4C9F6EA05DA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ED158F5-A783-2ECD-81CF-0BC945432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7919826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4845361-7FCA-35C3-71DB-2D8BE28101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A6CE1E8-B53B-5406-49A3-4233137885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26A9B774-91CD-4EB5-1A42-B658EF35D003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31030" y="1289678"/>
            <a:ext cx="5204361" cy="47943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15" name="Chart Placeholder 2">
            <a:extLst>
              <a:ext uri="{FF2B5EF4-FFF2-40B4-BE49-F238E27FC236}">
                <a16:creationId xmlns:a16="http://schemas.microsoft.com/office/drawing/2014/main" id="{E4FDF5C1-2CDB-3AE4-A141-6AFD25C284F9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>
          <a:xfrm>
            <a:off x="6355417" y="1289678"/>
            <a:ext cx="5204361" cy="47943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6407981-1AAC-A7C8-BD66-3433F35FB9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743F32-83EE-D6AE-D8EF-469773035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F85AE4-434B-571D-0031-4AC5A9CA7753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68E74E7-A390-96A1-4588-3A589A37A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2176609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2F62FD06-B431-C79B-C9B1-0C4794AC54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93F64A9-4086-7D58-E3C3-FE53330E4946}"/>
              </a:ext>
            </a:extLst>
          </p:cNvPr>
          <p:cNvSpPr/>
          <p:nvPr/>
        </p:nvSpPr>
        <p:spPr>
          <a:xfrm flipV="1">
            <a:off x="11349414" y="6649524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B1EE9-2AD5-31B0-208C-45F433691982}"/>
              </a:ext>
            </a:extLst>
          </p:cNvPr>
          <p:cNvSpPr/>
          <p:nvPr/>
        </p:nvSpPr>
        <p:spPr>
          <a:xfrm flipV="1">
            <a:off x="11472652" y="6526286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504C4D-2A18-DB24-15FE-67F70DEFBD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2550" y="2233589"/>
            <a:ext cx="10423341" cy="140870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‘ Quote’</a:t>
            </a:r>
            <a:endParaRPr lang="nl-NL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4CFBFE05-5508-1B0D-AF0E-18B66F10890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172551" y="4299766"/>
            <a:ext cx="3817859" cy="37891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Clr>
                <a:srgbClr val="F15D03"/>
              </a:buClr>
              <a:buFont typeface="Wingdings" panose="05000000000000000000" pitchFamily="2" charset="2"/>
              <a:buNone/>
              <a:defRPr sz="2000" spc="10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Role</a:t>
            </a:r>
            <a:endParaRPr lang="nl-N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479A32F-3A98-0B89-33F2-EB93105ECA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029" y="2233589"/>
            <a:ext cx="50807" cy="2445092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A2781DA-4D83-55C6-06B9-1BA8E76486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2551" y="3874254"/>
            <a:ext cx="3817859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nl-NL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894B5B-3C0E-9FE0-1202-E42F21DB5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1C2FA7-5749-DF1C-41D1-5276740BC260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32108B9-AB65-037A-A174-A52A660D24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7987697-5CC0-CE90-B670-8A2F914D7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5362533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7B5693D8-48C7-99B0-F7AA-EF6642E7A0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E77FB0D-C197-8E1F-DF4C-5EDD6A7210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8169" y="6526286"/>
            <a:ext cx="5066502" cy="24874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504C4D-2A18-DB24-15FE-67F70DEFBD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5497" y="1881160"/>
            <a:ext cx="5619174" cy="211172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‘Quote’</a:t>
            </a:r>
            <a:endParaRPr lang="nl-N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479A32F-3A98-0B89-33F2-EB93105ECA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260" y="1881160"/>
            <a:ext cx="65783" cy="3165819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AD528B1-939C-E363-5905-D873E0FE7783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7527925" y="0"/>
            <a:ext cx="46640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8AAE59B-6367-6338-7B41-AFC6ED96766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305497" y="4639116"/>
            <a:ext cx="3817859" cy="37891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Clr>
                <a:srgbClr val="F15D03"/>
              </a:buClr>
              <a:buFont typeface="Wingdings" panose="05000000000000000000" pitchFamily="2" charset="2"/>
              <a:buNone/>
              <a:defRPr sz="1800" spc="10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Role</a:t>
            </a:r>
            <a:endParaRPr lang="nl-NL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BCAB934-ACCE-CA09-FB62-B5C4BF5499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05497" y="4213604"/>
            <a:ext cx="3817859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  <a:endParaRPr lang="nl-NL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2626BB1-CC5C-0E56-7F5D-2875284A2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09D0D-01D8-2D2F-0309-87DF8351AF92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C1E1B9-BF0E-154A-6BE5-672809285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2421596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C45969ED-7341-2AFB-F391-858AFED73F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62B517B-0B32-4531-E2B3-FC49B5FB86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45218EB8-F2AF-FEC2-D951-B7249DAFBD3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1031" y="1407931"/>
            <a:ext cx="3996114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F661720B-0EEF-0824-B52A-359E29303F5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1030" y="2472767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09DCCC21-9197-7992-AF2D-1FBCB02D0F5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17349" y="3534196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1DB0220-3559-DAF7-5B03-A98DD1CC462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05743" y="4579381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F6B92-3CB6-50C3-11D1-4E804CD90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3996114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48FAF5A-A626-0315-8710-BBC09A975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169DF3DB-1837-2572-0742-FD49A17ADA1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1030" y="175412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BCA25EAA-2E3D-9DF1-E0DB-5486397367A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31030" y="2818958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Text here</a:t>
            </a:r>
            <a:endParaRPr lang="nl-NL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19A4EEB-327E-D70C-623B-D3C34420333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17349" y="3880387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B3077FF3-6F37-A23A-F82E-94C84A671BA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05743" y="492557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8401D3-D07C-AE7F-2246-EFC2A825CBD2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4519D40-6E7E-5C8C-02BF-CDE6032E1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pic>
        <p:nvPicPr>
          <p:cNvPr id="6" name="Picture 5" descr="A picture containing nature&#10;&#10;Description automatically generated">
            <a:extLst>
              <a:ext uri="{FF2B5EF4-FFF2-40B4-BE49-F238E27FC236}">
                <a16:creationId xmlns:a16="http://schemas.microsoft.com/office/drawing/2014/main" id="{442BFD31-480C-638F-FAA6-D6BF17FA5E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19040" y="908988"/>
            <a:ext cx="7355840" cy="456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98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Eur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879C5058-B045-C52F-EF4B-41B7F8E50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36D7392-9027-EDCB-0BD3-0AC6A65468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13F5C7B-20DB-27D0-347F-6E32D6A2D398}"/>
              </a:ext>
            </a:extLst>
          </p:cNvPr>
          <p:cNvSpPr/>
          <p:nvPr/>
        </p:nvSpPr>
        <p:spPr>
          <a:xfrm flipV="1">
            <a:off x="11349414" y="6649524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712944-303D-5195-5D9F-1C43EABEDDD9}"/>
              </a:ext>
            </a:extLst>
          </p:cNvPr>
          <p:cNvSpPr/>
          <p:nvPr/>
        </p:nvSpPr>
        <p:spPr>
          <a:xfrm flipV="1">
            <a:off x="11472652" y="6526286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F6B92-3CB6-50C3-11D1-4E804CD90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3996114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48FAF5A-A626-0315-8710-BBC09A975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8401D3-D07C-AE7F-2246-EFC2A825CBD2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4519D40-6E7E-5C8C-02BF-CDE6032E1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AAC50BE-FCAC-341A-9ED9-14F35AA94F5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93465" y="599660"/>
            <a:ext cx="4982740" cy="4939214"/>
          </a:xfrm>
          <a:prstGeom prst="rect">
            <a:avLst/>
          </a:prstGeom>
        </p:spPr>
      </p:pic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117D5149-1A7B-B112-D8C1-500270FAF2EE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1031" y="1407931"/>
            <a:ext cx="3996114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1DC1726A-726C-8DF1-ABAB-C6C11A3EAE5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1030" y="2472767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96FBD7E3-8F38-A35E-01DC-96944F850A7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17349" y="3534196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CCC03331-3E35-54AC-1C67-1E15DF1CCED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05743" y="4579381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1FEA8C0-2BAD-C9F9-EFA8-4E906B44599C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1030" y="175412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F43D47-3EA5-0B8C-3BB5-AD71519EFB3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31030" y="2818958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Text here</a:t>
            </a:r>
            <a:endParaRPr lang="nl-NL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2E4545B-961A-481C-8923-7FBF7C4BDA0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17349" y="3880387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CF9C4B3-5FA5-DFE9-11FD-515F3C6D7D0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05743" y="492557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96057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As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B4C4D62F-D212-4376-EDAF-7CCE857B7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0C1E919-DF0C-B9D8-CE27-C739305BE2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B003F9F-5AC3-8159-EC12-A913D7119D7C}"/>
              </a:ext>
            </a:extLst>
          </p:cNvPr>
          <p:cNvSpPr/>
          <p:nvPr/>
        </p:nvSpPr>
        <p:spPr>
          <a:xfrm flipV="1">
            <a:off x="11349414" y="6649524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0B6531-045F-2FCA-D9AE-3399B2B19CFD}"/>
              </a:ext>
            </a:extLst>
          </p:cNvPr>
          <p:cNvSpPr/>
          <p:nvPr/>
        </p:nvSpPr>
        <p:spPr>
          <a:xfrm flipV="1">
            <a:off x="11472652" y="6526286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FD1C0D-5771-8C60-E5E2-0EC2BB19C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3996115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6360DB4-32C2-69F6-1FBA-F38F07788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9031F0-2248-2AB9-5202-6B1668C4A336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5D10875A-41BA-18AE-A423-3E1E7AE00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F584FD-221B-8A83-B2FA-1F38676345B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199" y="617930"/>
            <a:ext cx="5007771" cy="5102150"/>
          </a:xfrm>
          <a:prstGeom prst="rect">
            <a:avLst/>
          </a:prstGeom>
        </p:spPr>
      </p:pic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98C1A4C9-79C0-0E29-A307-E83506D81AB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1031" y="1407931"/>
            <a:ext cx="3996114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18141D4B-680C-B597-D16B-3ED49207B80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1030" y="2472767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3977CFA5-2B84-9A42-4431-923A8453395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17349" y="3534196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733A68E7-3B6F-48D0-2CDA-12121886E114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05743" y="4579381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C7B8607-C0F9-3191-159F-66E1E696A49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1030" y="175412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0D6451C-BC17-EA1D-4815-8609BCEA61B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31030" y="2818958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Text here</a:t>
            </a:r>
            <a:endParaRPr lang="nl-NL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41F4E7BE-396B-AD23-9338-ACE67F1271A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17349" y="3880387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D5BE549-90D3-B240-6D10-1294840431F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05743" y="492557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49090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Ch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D972463-72D6-E986-13C0-5E6F5E8984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3F9841A-186D-B567-E422-2A2976C8F4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1F077EC-ECED-E342-05C4-1708AAC81309}"/>
              </a:ext>
            </a:extLst>
          </p:cNvPr>
          <p:cNvSpPr/>
          <p:nvPr/>
        </p:nvSpPr>
        <p:spPr>
          <a:xfrm flipV="1">
            <a:off x="11349414" y="6649524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00135E-C470-8EEB-6D08-76FEAE4035A7}"/>
              </a:ext>
            </a:extLst>
          </p:cNvPr>
          <p:cNvSpPr/>
          <p:nvPr/>
        </p:nvSpPr>
        <p:spPr>
          <a:xfrm flipV="1">
            <a:off x="11472652" y="6526286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16FEC4-2986-566D-02D9-E16DC58CF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3996115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31F3947-5FCC-332B-FC6F-D7E1F2882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940422-41AD-AA75-BCED-5D11E55D9E22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21204A5-A99A-EB90-AFF6-EC81E0580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pic>
        <p:nvPicPr>
          <p:cNvPr id="5" name="Graphic 3">
            <a:extLst>
              <a:ext uri="{FF2B5EF4-FFF2-40B4-BE49-F238E27FC236}">
                <a16:creationId xmlns:a16="http://schemas.microsoft.com/office/drawing/2014/main" id="{EC8B2298-AA16-0A92-F4C2-B213BEEF286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551" t="12106" r="21718" b="12533"/>
          <a:stretch>
            <a:fillRect/>
          </a:stretch>
        </p:blipFill>
        <p:spPr>
          <a:xfrm>
            <a:off x="5516879" y="701040"/>
            <a:ext cx="6079011" cy="5100320"/>
          </a:xfrm>
          <a:prstGeom prst="rect">
            <a:avLst/>
          </a:prstGeom>
        </p:spPr>
      </p:pic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66DF83CE-3237-5272-751C-928CE726A97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1031" y="1407931"/>
            <a:ext cx="3996114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CAD4C751-8404-D8B1-DC24-73DC15F85EB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1030" y="2472767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8D031564-B445-442A-D72D-64ED73F785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17349" y="3534196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9C2FF89E-D69B-4CDA-95F0-D45F2451009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05743" y="4579381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5830506E-8443-AD7A-308D-3C1BC778849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1030" y="175412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2A57F85B-1764-0C82-29FB-72E7B3990A2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31030" y="2818958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Text here</a:t>
            </a:r>
            <a:endParaRPr lang="nl-NL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6C8E0F3-99FF-5697-AFE0-99D3740B2F4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17349" y="3880387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9C4E91D2-E36D-61BB-3F19-070DA77154F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05743" y="492557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34451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CA77231D-8680-38D9-9E2F-8AA1A6370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F728BED-9652-6B0B-ADBA-F3D6C8C7F9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8" name="Picture 7" descr="A black and white rectangle with a white background&#10;&#10;AI-generated content may be incorrect.">
            <a:extLst>
              <a:ext uri="{FF2B5EF4-FFF2-40B4-BE49-F238E27FC236}">
                <a16:creationId xmlns:a16="http://schemas.microsoft.com/office/drawing/2014/main" id="{8CC691EC-5CD9-45EE-6665-96805E5ED2A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" y="924524"/>
            <a:ext cx="11695176" cy="5389951"/>
          </a:xfrm>
          <a:prstGeom prst="rect">
            <a:avLst/>
          </a:prstGeom>
        </p:spPr>
      </p:pic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40E02D8-D6EF-372D-0627-68489A6B630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1" y="1305416"/>
            <a:ext cx="3653918" cy="4642325"/>
          </a:xfrm>
          <a:prstGeom prst="rect">
            <a:avLst/>
          </a:prstGeom>
        </p:spPr>
      </p:pic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021F02CD-4BD3-C080-F5FA-CEB2800B34C8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631029" y="1304925"/>
            <a:ext cx="3656300" cy="464281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F077D056-AC25-5BE3-21A1-CED09945C9D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81060" y="1534428"/>
            <a:ext cx="320326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chemeClr val="bg1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Our contribution</a:t>
            </a:r>
            <a:endParaRPr lang="nl-NL" dirty="0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86C351A5-DFE8-6664-A8CB-7B31FB62238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77421" y="1904253"/>
            <a:ext cx="3203260" cy="1569659"/>
          </a:xfrm>
        </p:spPr>
        <p:txBody>
          <a:bodyPr lIns="0"/>
          <a:lstStyle>
            <a:lvl1pPr marL="216000" indent="-198000"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326A5057-90B5-8E73-557E-C0E2281A84E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84529" y="3682873"/>
            <a:ext cx="320326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chemeClr val="bg1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Our contribution</a:t>
            </a:r>
            <a:endParaRPr lang="nl-NL" dirty="0"/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A0F7439E-40DA-DB04-6F50-2838FED1460E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880890" y="4052698"/>
            <a:ext cx="3203260" cy="1569659"/>
          </a:xfrm>
        </p:spPr>
        <p:txBody>
          <a:bodyPr lIns="0"/>
          <a:lstStyle>
            <a:lvl1pPr marL="216000" indent="-198000"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1DDC4928-A995-5C21-9235-4BB5A6DE9B8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624703" y="1527408"/>
            <a:ext cx="2764979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chemeClr val="tx1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OUR clients</a:t>
            </a:r>
            <a:endParaRPr lang="nl-NL"/>
          </a:p>
        </p:txBody>
      </p:sp>
      <p:sp>
        <p:nvSpPr>
          <p:cNvPr id="43" name="Picture Placeholder 40">
            <a:extLst>
              <a:ext uri="{FF2B5EF4-FFF2-40B4-BE49-F238E27FC236}">
                <a16:creationId xmlns:a16="http://schemas.microsoft.com/office/drawing/2014/main" id="{27112AEC-96CB-CEF5-41CA-968B38514170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7902287" y="1291583"/>
            <a:ext cx="3656300" cy="22550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4" name="Picture Placeholder 40">
            <a:extLst>
              <a:ext uri="{FF2B5EF4-FFF2-40B4-BE49-F238E27FC236}">
                <a16:creationId xmlns:a16="http://schemas.microsoft.com/office/drawing/2014/main" id="{50FFDCE8-5F9E-6B3E-1C2B-E76DFD990F58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9728685" y="3560476"/>
            <a:ext cx="1821044" cy="23774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5" name="Picture Placeholder 40">
            <a:extLst>
              <a:ext uri="{FF2B5EF4-FFF2-40B4-BE49-F238E27FC236}">
                <a16:creationId xmlns:a16="http://schemas.microsoft.com/office/drawing/2014/main" id="{8138292B-EB03-F8F8-5CD4-49EBF72981E8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904337" y="3566842"/>
            <a:ext cx="1821044" cy="23774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6" name="Picture Placeholder 40">
            <a:extLst>
              <a:ext uri="{FF2B5EF4-FFF2-40B4-BE49-F238E27FC236}">
                <a16:creationId xmlns:a16="http://schemas.microsoft.com/office/drawing/2014/main" id="{650BDFE8-C18E-891F-C257-4C823B75471C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4624703" y="1980988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7" name="Picture Placeholder 40">
            <a:extLst>
              <a:ext uri="{FF2B5EF4-FFF2-40B4-BE49-F238E27FC236}">
                <a16:creationId xmlns:a16="http://schemas.microsoft.com/office/drawing/2014/main" id="{7027A014-78D4-F950-1BCF-E458531AA2AE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4624702" y="2626551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8" name="Picture Placeholder 40">
            <a:extLst>
              <a:ext uri="{FF2B5EF4-FFF2-40B4-BE49-F238E27FC236}">
                <a16:creationId xmlns:a16="http://schemas.microsoft.com/office/drawing/2014/main" id="{13EA8026-2988-0213-2A08-05E0CD8CDA6F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638513" y="3272114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9" name="Picture Placeholder 40">
            <a:extLst>
              <a:ext uri="{FF2B5EF4-FFF2-40B4-BE49-F238E27FC236}">
                <a16:creationId xmlns:a16="http://schemas.microsoft.com/office/drawing/2014/main" id="{C23602AC-E877-1EBB-41ED-00F9A415DB1E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4638513" y="3923694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0" name="Picture Placeholder 40">
            <a:extLst>
              <a:ext uri="{FF2B5EF4-FFF2-40B4-BE49-F238E27FC236}">
                <a16:creationId xmlns:a16="http://schemas.microsoft.com/office/drawing/2014/main" id="{98383CAC-04F0-EA21-B849-1CDD16258096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4638513" y="5161108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1" name="Picture Placeholder 40">
            <a:extLst>
              <a:ext uri="{FF2B5EF4-FFF2-40B4-BE49-F238E27FC236}">
                <a16:creationId xmlns:a16="http://schemas.microsoft.com/office/drawing/2014/main" id="{3540E938-6A10-138F-B0C3-B950BE48C646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4638513" y="4515470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2" name="Picture Placeholder 40">
            <a:extLst>
              <a:ext uri="{FF2B5EF4-FFF2-40B4-BE49-F238E27FC236}">
                <a16:creationId xmlns:a16="http://schemas.microsoft.com/office/drawing/2014/main" id="{0AF7DF73-99F2-02C3-D444-5C8F722D9307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6203987" y="1980988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3" name="Picture Placeholder 40">
            <a:extLst>
              <a:ext uri="{FF2B5EF4-FFF2-40B4-BE49-F238E27FC236}">
                <a16:creationId xmlns:a16="http://schemas.microsoft.com/office/drawing/2014/main" id="{9E8E9AD5-0BD2-3B32-D784-5088D6743923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6203986" y="2626551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4" name="Picture Placeholder 40">
            <a:extLst>
              <a:ext uri="{FF2B5EF4-FFF2-40B4-BE49-F238E27FC236}">
                <a16:creationId xmlns:a16="http://schemas.microsoft.com/office/drawing/2014/main" id="{72A63939-5B67-5EA2-29AF-125017E37DB3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6217797" y="3272114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5" name="Picture Placeholder 40">
            <a:extLst>
              <a:ext uri="{FF2B5EF4-FFF2-40B4-BE49-F238E27FC236}">
                <a16:creationId xmlns:a16="http://schemas.microsoft.com/office/drawing/2014/main" id="{DC13CFED-E53A-63D2-FDE2-AEB03C370FEF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6217797" y="3923694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6" name="Picture Placeholder 40">
            <a:extLst>
              <a:ext uri="{FF2B5EF4-FFF2-40B4-BE49-F238E27FC236}">
                <a16:creationId xmlns:a16="http://schemas.microsoft.com/office/drawing/2014/main" id="{CB84DF1F-E2C9-95C4-35D2-2B0E4F7340F6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6217797" y="5161108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7" name="Picture Placeholder 40">
            <a:extLst>
              <a:ext uri="{FF2B5EF4-FFF2-40B4-BE49-F238E27FC236}">
                <a16:creationId xmlns:a16="http://schemas.microsoft.com/office/drawing/2014/main" id="{DB462CAD-663F-C039-9B36-7CABC3C5A161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6217797" y="4515470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1A4ED-C02F-ABC6-BABF-603D1CDA8B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32CD05B-F68E-FC9E-397B-8E42BE23B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39803C-0F38-6AFD-2B03-E4798AFC4683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A3EE807-D1D5-523A-5F97-99F7C066D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2515480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1A2349-EF48-CF62-829D-F699F6456C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E1DEAB-D897-F81C-886C-8CA71546BD7B}"/>
              </a:ext>
            </a:extLst>
          </p:cNvPr>
          <p:cNvSpPr txBox="1"/>
          <p:nvPr userDrawn="1"/>
        </p:nvSpPr>
        <p:spPr>
          <a:xfrm>
            <a:off x="4065242" y="2574572"/>
            <a:ext cx="4061515" cy="7325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Questions?</a:t>
            </a:r>
            <a:endParaRPr lang="en-GB" sz="6000" b="1" cap="all" baseline="0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C36A5A-8BC5-041F-4BFB-A5DB59122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93693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5D6054B-1CB1-B784-3361-EA4F2F9DD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704726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719200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91BEA98E-BD62-12ED-674E-E4CC0880FE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D47A91B-80DA-93F9-842C-102AB18F91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389" y="6526286"/>
            <a:ext cx="5066502" cy="2487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4BC636-52BF-D6BA-4EF2-B0883824CE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3848" y="2227385"/>
            <a:ext cx="6262356" cy="35171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="1" kern="800" cap="all" baseline="0">
                <a:latin typeface="+mj-lt"/>
                <a:ea typeface="Roboto Condensed Black" panose="020F0502020204030204" pitchFamily="2" charset="0"/>
                <a:cs typeface="Roboto Condensed Black" panose="020F0502020204030204" pitchFamily="2" charset="0"/>
              </a:defRPr>
            </a:lvl1pPr>
          </a:lstStyle>
          <a:p>
            <a:r>
              <a:rPr lang="en-US" dirty="0"/>
              <a:t>Name</a:t>
            </a:r>
            <a:endParaRPr lang="nl-NL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B5AF87-A176-77A9-6FCD-F14B0E8AEC7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293847" y="4432091"/>
            <a:ext cx="6262356" cy="27622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200" b="1" cap="all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Website</a:t>
            </a:r>
          </a:p>
        </p:txBody>
      </p:sp>
      <p:sp>
        <p:nvSpPr>
          <p:cNvPr id="7" name="Tijdelijke aanduiding voor tekst 121">
            <a:extLst>
              <a:ext uri="{FF2B5EF4-FFF2-40B4-BE49-F238E27FC236}">
                <a16:creationId xmlns:a16="http://schemas.microsoft.com/office/drawing/2014/main" id="{FA8B9DDE-3A7B-9D86-FA37-E111D1EE0C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3848" y="2599596"/>
            <a:ext cx="6262356" cy="35171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nl-NL" dirty="0" err="1"/>
              <a:t>Number</a:t>
            </a:r>
            <a:endParaRPr lang="en-GB" dirty="0"/>
          </a:p>
        </p:txBody>
      </p:sp>
      <p:sp>
        <p:nvSpPr>
          <p:cNvPr id="8" name="Tijdelijke aanduiding voor tekst 121">
            <a:extLst>
              <a:ext uri="{FF2B5EF4-FFF2-40B4-BE49-F238E27FC236}">
                <a16:creationId xmlns:a16="http://schemas.microsoft.com/office/drawing/2014/main" id="{C67A4BF3-3E67-859F-37F3-C424EBDDDC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3847" y="3960748"/>
            <a:ext cx="6262356" cy="4508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Email</a:t>
            </a:r>
            <a:endParaRPr lang="en-GB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D6A02E-68B4-EE5E-D3F4-C3BB39BC201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4486442"/>
            <a:ext cx="4654550" cy="23431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D1F24740-4DEB-31B2-F174-DA71F5893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654550" cy="448644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5A279CE-F15C-7F9F-324E-773C2D57A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1C2B3-8C7B-F071-BA6E-E81D9C220333}"/>
              </a:ext>
            </a:extLst>
          </p:cNvPr>
          <p:cNvSpPr txBox="1"/>
          <p:nvPr userDrawn="1"/>
        </p:nvSpPr>
        <p:spPr>
          <a:xfrm>
            <a:off x="5293847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606AF0C-1523-082C-5076-EF251EA1A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3998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1693335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aphic 39">
            <a:extLst>
              <a:ext uri="{FF2B5EF4-FFF2-40B4-BE49-F238E27FC236}">
                <a16:creationId xmlns:a16="http://schemas.microsoft.com/office/drawing/2014/main" id="{89C9A1A2-56B4-199B-678E-739E26CEB7F7}"/>
              </a:ext>
            </a:extLst>
          </p:cNvPr>
          <p:cNvGrpSpPr/>
          <p:nvPr userDrawn="1"/>
        </p:nvGrpSpPr>
        <p:grpSpPr>
          <a:xfrm>
            <a:off x="634368" y="1407693"/>
            <a:ext cx="1363977" cy="475106"/>
            <a:chOff x="9534858" y="514284"/>
            <a:chExt cx="2078761" cy="724082"/>
          </a:xfrm>
        </p:grpSpPr>
        <p:grpSp>
          <p:nvGrpSpPr>
            <p:cNvPr id="67" name="Graphic 39">
              <a:extLst>
                <a:ext uri="{FF2B5EF4-FFF2-40B4-BE49-F238E27FC236}">
                  <a16:creationId xmlns:a16="http://schemas.microsoft.com/office/drawing/2014/main" id="{AA58A1A2-91F6-0B51-AB03-B13E7EFD252E}"/>
                </a:ext>
              </a:extLst>
            </p:cNvPr>
            <p:cNvGrpSpPr/>
            <p:nvPr/>
          </p:nvGrpSpPr>
          <p:grpSpPr>
            <a:xfrm>
              <a:off x="9534858" y="1121032"/>
              <a:ext cx="1339671" cy="117335"/>
              <a:chOff x="9534858" y="1121032"/>
              <a:chExt cx="1339671" cy="117335"/>
            </a:xfrm>
            <a:solidFill>
              <a:srgbClr val="000000"/>
            </a:solidFill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766ADE7-8389-2EDB-67E9-2D75EBF03F4C}"/>
                  </a:ext>
                </a:extLst>
              </p:cNvPr>
              <p:cNvSpPr/>
              <p:nvPr/>
            </p:nvSpPr>
            <p:spPr>
              <a:xfrm>
                <a:off x="9534858" y="1125589"/>
                <a:ext cx="89918" cy="109361"/>
              </a:xfrm>
              <a:custGeom>
                <a:avLst/>
                <a:gdLst>
                  <a:gd name="csX0" fmla="*/ 33008 w 89918"/>
                  <a:gd name="csY0" fmla="*/ 20505 h 109361"/>
                  <a:gd name="csX1" fmla="*/ 0 w 89918"/>
                  <a:gd name="csY1" fmla="*/ 20505 h 109361"/>
                  <a:gd name="csX2" fmla="*/ 0 w 89918"/>
                  <a:gd name="csY2" fmla="*/ 0 h 109361"/>
                  <a:gd name="csX3" fmla="*/ 89919 w 89918"/>
                  <a:gd name="csY3" fmla="*/ 0 h 109361"/>
                  <a:gd name="csX4" fmla="*/ 89919 w 89918"/>
                  <a:gd name="csY4" fmla="*/ 20505 h 109361"/>
                  <a:gd name="csX5" fmla="*/ 56910 w 89918"/>
                  <a:gd name="csY5" fmla="*/ 20505 h 109361"/>
                  <a:gd name="csX6" fmla="*/ 56910 w 89918"/>
                  <a:gd name="csY6" fmla="*/ 109361 h 109361"/>
                  <a:gd name="csX7" fmla="*/ 33008 w 89918"/>
                  <a:gd name="csY7" fmla="*/ 109361 h 109361"/>
                  <a:gd name="csX8" fmla="*/ 33008 w 89918"/>
                  <a:gd name="csY8" fmla="*/ 20505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9918" h="109361">
                    <a:moveTo>
                      <a:pt x="33008" y="20505"/>
                    </a:moveTo>
                    <a:lnTo>
                      <a:pt x="0" y="20505"/>
                    </a:lnTo>
                    <a:lnTo>
                      <a:pt x="0" y="0"/>
                    </a:lnTo>
                    <a:lnTo>
                      <a:pt x="89919" y="0"/>
                    </a:lnTo>
                    <a:lnTo>
                      <a:pt x="89919" y="20505"/>
                    </a:lnTo>
                    <a:lnTo>
                      <a:pt x="56910" y="20505"/>
                    </a:lnTo>
                    <a:lnTo>
                      <a:pt x="56910" y="109361"/>
                    </a:lnTo>
                    <a:lnTo>
                      <a:pt x="33008" y="109361"/>
                    </a:lnTo>
                    <a:lnTo>
                      <a:pt x="33008" y="20505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6D708228-47D3-D68B-28B3-DB67A1412781}"/>
                  </a:ext>
                </a:extLst>
              </p:cNvPr>
              <p:cNvSpPr/>
              <p:nvPr/>
            </p:nvSpPr>
            <p:spPr>
              <a:xfrm>
                <a:off x="9650955" y="1125589"/>
                <a:ext cx="83089" cy="110500"/>
              </a:xfrm>
              <a:custGeom>
                <a:avLst/>
                <a:gdLst>
                  <a:gd name="csX0" fmla="*/ 0 w 83089"/>
                  <a:gd name="csY0" fmla="*/ 0 h 110500"/>
                  <a:gd name="csX1" fmla="*/ 81951 w 83089"/>
                  <a:gd name="csY1" fmla="*/ 0 h 110500"/>
                  <a:gd name="csX2" fmla="*/ 81951 w 83089"/>
                  <a:gd name="csY2" fmla="*/ 20505 h 110500"/>
                  <a:gd name="csX3" fmla="*/ 23902 w 83089"/>
                  <a:gd name="csY3" fmla="*/ 20505 h 110500"/>
                  <a:gd name="csX4" fmla="*/ 23902 w 83089"/>
                  <a:gd name="csY4" fmla="*/ 44428 h 110500"/>
                  <a:gd name="csX5" fmla="*/ 77398 w 83089"/>
                  <a:gd name="csY5" fmla="*/ 44428 h 110500"/>
                  <a:gd name="csX6" fmla="*/ 77398 w 83089"/>
                  <a:gd name="csY6" fmla="*/ 62655 h 110500"/>
                  <a:gd name="csX7" fmla="*/ 23902 w 83089"/>
                  <a:gd name="csY7" fmla="*/ 62655 h 110500"/>
                  <a:gd name="csX8" fmla="*/ 23902 w 83089"/>
                  <a:gd name="csY8" fmla="*/ 89995 h 110500"/>
                  <a:gd name="csX9" fmla="*/ 83089 w 83089"/>
                  <a:gd name="csY9" fmla="*/ 89995 h 110500"/>
                  <a:gd name="csX10" fmla="*/ 83089 w 83089"/>
                  <a:gd name="csY10" fmla="*/ 110500 h 110500"/>
                  <a:gd name="csX11" fmla="*/ 0 w 83089"/>
                  <a:gd name="csY11" fmla="*/ 110500 h 110500"/>
                  <a:gd name="csX12" fmla="*/ 0 w 83089"/>
                  <a:gd name="csY12" fmla="*/ 0 h 11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3089" h="110500">
                    <a:moveTo>
                      <a:pt x="0" y="0"/>
                    </a:moveTo>
                    <a:lnTo>
                      <a:pt x="81951" y="0"/>
                    </a:lnTo>
                    <a:lnTo>
                      <a:pt x="81951" y="20505"/>
                    </a:lnTo>
                    <a:lnTo>
                      <a:pt x="23902" y="20505"/>
                    </a:lnTo>
                    <a:lnTo>
                      <a:pt x="23902" y="44428"/>
                    </a:lnTo>
                    <a:lnTo>
                      <a:pt x="77398" y="44428"/>
                    </a:lnTo>
                    <a:lnTo>
                      <a:pt x="77398" y="62655"/>
                    </a:lnTo>
                    <a:lnTo>
                      <a:pt x="23902" y="62655"/>
                    </a:lnTo>
                    <a:lnTo>
                      <a:pt x="23902" y="89995"/>
                    </a:lnTo>
                    <a:lnTo>
                      <a:pt x="83089" y="89995"/>
                    </a:lnTo>
                    <a:lnTo>
                      <a:pt x="83089" y="110500"/>
                    </a:lnTo>
                    <a:lnTo>
                      <a:pt x="0" y="11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B98E3FE-057D-E8B2-B9DD-1E07A5999D24}"/>
                  </a:ext>
                </a:extLst>
              </p:cNvPr>
              <p:cNvSpPr/>
              <p:nvPr/>
            </p:nvSpPr>
            <p:spPr>
              <a:xfrm>
                <a:off x="9757947" y="1121032"/>
                <a:ext cx="101300" cy="115056"/>
              </a:xfrm>
              <a:custGeom>
                <a:avLst/>
                <a:gdLst>
                  <a:gd name="csX0" fmla="*/ 77398 w 101300"/>
                  <a:gd name="csY0" fmla="*/ 41010 h 115056"/>
                  <a:gd name="csX1" fmla="*/ 53496 w 101300"/>
                  <a:gd name="csY1" fmla="*/ 21644 h 115056"/>
                  <a:gd name="csX2" fmla="*/ 23902 w 101300"/>
                  <a:gd name="csY2" fmla="*/ 59237 h 115056"/>
                  <a:gd name="csX3" fmla="*/ 53496 w 101300"/>
                  <a:gd name="csY3" fmla="*/ 95691 h 115056"/>
                  <a:gd name="csX4" fmla="*/ 78536 w 101300"/>
                  <a:gd name="csY4" fmla="*/ 70629 h 115056"/>
                  <a:gd name="csX5" fmla="*/ 101301 w 101300"/>
                  <a:gd name="csY5" fmla="*/ 70629 h 115056"/>
                  <a:gd name="csX6" fmla="*/ 53496 w 101300"/>
                  <a:gd name="csY6" fmla="*/ 115057 h 115056"/>
                  <a:gd name="csX7" fmla="*/ 0 w 101300"/>
                  <a:gd name="csY7" fmla="*/ 58098 h 115056"/>
                  <a:gd name="csX8" fmla="*/ 53496 w 101300"/>
                  <a:gd name="csY8" fmla="*/ 0 h 115056"/>
                  <a:gd name="csX9" fmla="*/ 100162 w 101300"/>
                  <a:gd name="csY9" fmla="*/ 39871 h 115056"/>
                  <a:gd name="csX10" fmla="*/ 77398 w 101300"/>
                  <a:gd name="csY10" fmla="*/ 39871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01300" h="115056">
                    <a:moveTo>
                      <a:pt x="77398" y="41010"/>
                    </a:moveTo>
                    <a:cubicBezTo>
                      <a:pt x="76260" y="29619"/>
                      <a:pt x="64878" y="21644"/>
                      <a:pt x="53496" y="21644"/>
                    </a:cubicBezTo>
                    <a:cubicBezTo>
                      <a:pt x="31870" y="21644"/>
                      <a:pt x="23902" y="39871"/>
                      <a:pt x="23902" y="59237"/>
                    </a:cubicBezTo>
                    <a:cubicBezTo>
                      <a:pt x="23902" y="77464"/>
                      <a:pt x="31870" y="95691"/>
                      <a:pt x="53496" y="95691"/>
                    </a:cubicBezTo>
                    <a:cubicBezTo>
                      <a:pt x="68293" y="95691"/>
                      <a:pt x="76260" y="85438"/>
                      <a:pt x="78536" y="70629"/>
                    </a:cubicBezTo>
                    <a:lnTo>
                      <a:pt x="101301" y="70629"/>
                    </a:lnTo>
                    <a:cubicBezTo>
                      <a:pt x="99024" y="97969"/>
                      <a:pt x="79675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20488" y="0"/>
                      <a:pt x="53496" y="0"/>
                    </a:cubicBezTo>
                    <a:cubicBezTo>
                      <a:pt x="77398" y="0"/>
                      <a:pt x="97886" y="13670"/>
                      <a:pt x="100162" y="39871"/>
                    </a:cubicBezTo>
                    <a:lnTo>
                      <a:pt x="77398" y="39871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C6EC91E-57A4-C495-BEB1-ADF716A9A34D}"/>
                  </a:ext>
                </a:extLst>
              </p:cNvPr>
              <p:cNvSpPr/>
              <p:nvPr/>
            </p:nvSpPr>
            <p:spPr>
              <a:xfrm>
                <a:off x="9886564" y="1125589"/>
                <a:ext cx="92194" cy="109361"/>
              </a:xfrm>
              <a:custGeom>
                <a:avLst/>
                <a:gdLst>
                  <a:gd name="csX0" fmla="*/ 0 w 92194"/>
                  <a:gd name="csY0" fmla="*/ 0 h 109361"/>
                  <a:gd name="csX1" fmla="*/ 23902 w 92194"/>
                  <a:gd name="csY1" fmla="*/ 0 h 109361"/>
                  <a:gd name="csX2" fmla="*/ 23902 w 92194"/>
                  <a:gd name="csY2" fmla="*/ 42150 h 109361"/>
                  <a:gd name="csX3" fmla="*/ 68293 w 92194"/>
                  <a:gd name="csY3" fmla="*/ 42150 h 109361"/>
                  <a:gd name="csX4" fmla="*/ 68293 w 92194"/>
                  <a:gd name="csY4" fmla="*/ 0 h 109361"/>
                  <a:gd name="csX5" fmla="*/ 92195 w 92194"/>
                  <a:gd name="csY5" fmla="*/ 0 h 109361"/>
                  <a:gd name="csX6" fmla="*/ 92195 w 92194"/>
                  <a:gd name="csY6" fmla="*/ 109361 h 109361"/>
                  <a:gd name="csX7" fmla="*/ 68293 w 92194"/>
                  <a:gd name="csY7" fmla="*/ 109361 h 109361"/>
                  <a:gd name="csX8" fmla="*/ 68293 w 92194"/>
                  <a:gd name="csY8" fmla="*/ 62655 h 109361"/>
                  <a:gd name="csX9" fmla="*/ 23902 w 92194"/>
                  <a:gd name="csY9" fmla="*/ 62655 h 109361"/>
                  <a:gd name="csX10" fmla="*/ 23902 w 92194"/>
                  <a:gd name="csY10" fmla="*/ 109361 h 109361"/>
                  <a:gd name="csX11" fmla="*/ 0 w 92194"/>
                  <a:gd name="csY11" fmla="*/ 109361 h 109361"/>
                  <a:gd name="csX12" fmla="*/ 0 w 92194"/>
                  <a:gd name="csY12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92194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42150"/>
                    </a:lnTo>
                    <a:lnTo>
                      <a:pt x="68293" y="42150"/>
                    </a:lnTo>
                    <a:lnTo>
                      <a:pt x="68293" y="0"/>
                    </a:lnTo>
                    <a:lnTo>
                      <a:pt x="92195" y="0"/>
                    </a:lnTo>
                    <a:lnTo>
                      <a:pt x="92195" y="109361"/>
                    </a:lnTo>
                    <a:lnTo>
                      <a:pt x="68293" y="109361"/>
                    </a:lnTo>
                    <a:lnTo>
                      <a:pt x="68293" y="62655"/>
                    </a:lnTo>
                    <a:lnTo>
                      <a:pt x="23902" y="62655"/>
                    </a:lnTo>
                    <a:lnTo>
                      <a:pt x="23902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142A69E-7157-A3EB-F4CE-DBBC27D85358}"/>
                  </a:ext>
                </a:extLst>
              </p:cNvPr>
              <p:cNvSpPr/>
              <p:nvPr/>
            </p:nvSpPr>
            <p:spPr>
              <a:xfrm>
                <a:off x="10015182" y="1125589"/>
                <a:ext cx="92194" cy="109361"/>
              </a:xfrm>
              <a:custGeom>
                <a:avLst/>
                <a:gdLst>
                  <a:gd name="csX0" fmla="*/ 0 w 92194"/>
                  <a:gd name="csY0" fmla="*/ 0 h 109361"/>
                  <a:gd name="csX1" fmla="*/ 23902 w 92194"/>
                  <a:gd name="csY1" fmla="*/ 0 h 109361"/>
                  <a:gd name="csX2" fmla="*/ 69431 w 92194"/>
                  <a:gd name="csY2" fmla="*/ 72907 h 109361"/>
                  <a:gd name="csX3" fmla="*/ 69431 w 92194"/>
                  <a:gd name="csY3" fmla="*/ 72907 h 109361"/>
                  <a:gd name="csX4" fmla="*/ 69431 w 92194"/>
                  <a:gd name="csY4" fmla="*/ 0 h 109361"/>
                  <a:gd name="csX5" fmla="*/ 92195 w 92194"/>
                  <a:gd name="csY5" fmla="*/ 0 h 109361"/>
                  <a:gd name="csX6" fmla="*/ 92195 w 92194"/>
                  <a:gd name="csY6" fmla="*/ 109361 h 109361"/>
                  <a:gd name="csX7" fmla="*/ 68293 w 92194"/>
                  <a:gd name="csY7" fmla="*/ 109361 h 109361"/>
                  <a:gd name="csX8" fmla="*/ 22764 w 92194"/>
                  <a:gd name="csY8" fmla="*/ 36454 h 109361"/>
                  <a:gd name="csX9" fmla="*/ 22764 w 92194"/>
                  <a:gd name="csY9" fmla="*/ 36454 h 109361"/>
                  <a:gd name="csX10" fmla="*/ 22764 w 92194"/>
                  <a:gd name="csY10" fmla="*/ 109361 h 109361"/>
                  <a:gd name="csX11" fmla="*/ 0 w 92194"/>
                  <a:gd name="csY11" fmla="*/ 109361 h 109361"/>
                  <a:gd name="csX12" fmla="*/ 0 w 92194"/>
                  <a:gd name="csY12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92194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69431" y="72907"/>
                    </a:lnTo>
                    <a:lnTo>
                      <a:pt x="69431" y="72907"/>
                    </a:lnTo>
                    <a:lnTo>
                      <a:pt x="69431" y="0"/>
                    </a:lnTo>
                    <a:lnTo>
                      <a:pt x="92195" y="0"/>
                    </a:lnTo>
                    <a:lnTo>
                      <a:pt x="92195" y="109361"/>
                    </a:lnTo>
                    <a:lnTo>
                      <a:pt x="68293" y="109361"/>
                    </a:lnTo>
                    <a:lnTo>
                      <a:pt x="22764" y="36454"/>
                    </a:lnTo>
                    <a:lnTo>
                      <a:pt x="22764" y="36454"/>
                    </a:lnTo>
                    <a:lnTo>
                      <a:pt x="22764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1800CA9B-C2D8-184A-8E57-19FA67143607}"/>
                  </a:ext>
                </a:extLst>
              </p:cNvPr>
              <p:cNvSpPr/>
              <p:nvPr/>
            </p:nvSpPr>
            <p:spPr>
              <a:xfrm>
                <a:off x="10134694" y="1123310"/>
                <a:ext cx="106991" cy="115056"/>
              </a:xfrm>
              <a:custGeom>
                <a:avLst/>
                <a:gdLst>
                  <a:gd name="csX0" fmla="*/ 53496 w 106991"/>
                  <a:gd name="csY0" fmla="*/ 0 h 115056"/>
                  <a:gd name="csX1" fmla="*/ 106992 w 106991"/>
                  <a:gd name="csY1" fmla="*/ 58098 h 115056"/>
                  <a:gd name="csX2" fmla="*/ 53496 w 106991"/>
                  <a:gd name="csY2" fmla="*/ 115057 h 115056"/>
                  <a:gd name="csX3" fmla="*/ 0 w 106991"/>
                  <a:gd name="csY3" fmla="*/ 58098 h 115056"/>
                  <a:gd name="csX4" fmla="*/ 53496 w 106991"/>
                  <a:gd name="csY4" fmla="*/ 0 h 115056"/>
                  <a:gd name="csX5" fmla="*/ 53496 w 106991"/>
                  <a:gd name="csY5" fmla="*/ 93413 h 115056"/>
                  <a:gd name="csX6" fmla="*/ 83089 w 106991"/>
                  <a:gd name="csY6" fmla="*/ 56959 h 115056"/>
                  <a:gd name="csX7" fmla="*/ 53496 w 106991"/>
                  <a:gd name="csY7" fmla="*/ 19366 h 115056"/>
                  <a:gd name="csX8" fmla="*/ 23902 w 106991"/>
                  <a:gd name="csY8" fmla="*/ 56959 h 115056"/>
                  <a:gd name="csX9" fmla="*/ 53496 w 106991"/>
                  <a:gd name="csY9" fmla="*/ 93413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06991" h="115056">
                    <a:moveTo>
                      <a:pt x="53496" y="0"/>
                    </a:moveTo>
                    <a:cubicBezTo>
                      <a:pt x="87642" y="0"/>
                      <a:pt x="106992" y="25062"/>
                      <a:pt x="106992" y="58098"/>
                    </a:cubicBezTo>
                    <a:cubicBezTo>
                      <a:pt x="106992" y="89995"/>
                      <a:pt x="87642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19350" y="0"/>
                      <a:pt x="53496" y="0"/>
                    </a:cubicBezTo>
                    <a:close/>
                    <a:moveTo>
                      <a:pt x="53496" y="93413"/>
                    </a:moveTo>
                    <a:cubicBezTo>
                      <a:pt x="75122" y="93413"/>
                      <a:pt x="83089" y="75186"/>
                      <a:pt x="83089" y="56959"/>
                    </a:cubicBezTo>
                    <a:cubicBezTo>
                      <a:pt x="83089" y="37593"/>
                      <a:pt x="75122" y="19366"/>
                      <a:pt x="53496" y="19366"/>
                    </a:cubicBezTo>
                    <a:cubicBezTo>
                      <a:pt x="31870" y="19366"/>
                      <a:pt x="23902" y="37593"/>
                      <a:pt x="23902" y="56959"/>
                    </a:cubicBezTo>
                    <a:cubicBezTo>
                      <a:pt x="23902" y="75186"/>
                      <a:pt x="31870" y="93413"/>
                      <a:pt x="53496" y="93413"/>
                    </a:cubicBez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7C707EAE-6FA8-54FB-E558-ADDCB67828FE}"/>
                  </a:ext>
                </a:extLst>
              </p:cNvPr>
              <p:cNvSpPr/>
              <p:nvPr/>
            </p:nvSpPr>
            <p:spPr>
              <a:xfrm>
                <a:off x="10270141" y="1125589"/>
                <a:ext cx="77398" cy="109361"/>
              </a:xfrm>
              <a:custGeom>
                <a:avLst/>
                <a:gdLst>
                  <a:gd name="csX0" fmla="*/ 0 w 77398"/>
                  <a:gd name="csY0" fmla="*/ 0 h 109361"/>
                  <a:gd name="csX1" fmla="*/ 23902 w 77398"/>
                  <a:gd name="csY1" fmla="*/ 0 h 109361"/>
                  <a:gd name="csX2" fmla="*/ 23902 w 77398"/>
                  <a:gd name="csY2" fmla="*/ 88856 h 109361"/>
                  <a:gd name="csX3" fmla="*/ 77398 w 77398"/>
                  <a:gd name="csY3" fmla="*/ 88856 h 109361"/>
                  <a:gd name="csX4" fmla="*/ 77398 w 77398"/>
                  <a:gd name="csY4" fmla="*/ 109361 h 109361"/>
                  <a:gd name="csX5" fmla="*/ 0 w 77398"/>
                  <a:gd name="csY5" fmla="*/ 109361 h 109361"/>
                  <a:gd name="csX6" fmla="*/ 0 w 77398"/>
                  <a:gd name="csY6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7398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88856"/>
                    </a:lnTo>
                    <a:lnTo>
                      <a:pt x="77398" y="88856"/>
                    </a:lnTo>
                    <a:lnTo>
                      <a:pt x="77398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1F0CEB1C-210B-9655-4FA3-20F0266EAE0B}"/>
                  </a:ext>
                </a:extLst>
              </p:cNvPr>
              <p:cNvSpPr/>
              <p:nvPr/>
            </p:nvSpPr>
            <p:spPr>
              <a:xfrm>
                <a:off x="10363429" y="1123310"/>
                <a:ext cx="107036" cy="115056"/>
              </a:xfrm>
              <a:custGeom>
                <a:avLst/>
                <a:gdLst>
                  <a:gd name="csX0" fmla="*/ 53541 w 107036"/>
                  <a:gd name="csY0" fmla="*/ 0 h 115056"/>
                  <a:gd name="csX1" fmla="*/ 107037 w 107036"/>
                  <a:gd name="csY1" fmla="*/ 58098 h 115056"/>
                  <a:gd name="csX2" fmla="*/ 53541 w 107036"/>
                  <a:gd name="csY2" fmla="*/ 115057 h 115056"/>
                  <a:gd name="csX3" fmla="*/ 45 w 107036"/>
                  <a:gd name="csY3" fmla="*/ 58098 h 115056"/>
                  <a:gd name="csX4" fmla="*/ 53541 w 107036"/>
                  <a:gd name="csY4" fmla="*/ 0 h 115056"/>
                  <a:gd name="csX5" fmla="*/ 53541 w 107036"/>
                  <a:gd name="csY5" fmla="*/ 93413 h 115056"/>
                  <a:gd name="csX6" fmla="*/ 83134 w 107036"/>
                  <a:gd name="csY6" fmla="*/ 56959 h 115056"/>
                  <a:gd name="csX7" fmla="*/ 53541 w 107036"/>
                  <a:gd name="csY7" fmla="*/ 19366 h 115056"/>
                  <a:gd name="csX8" fmla="*/ 23947 w 107036"/>
                  <a:gd name="csY8" fmla="*/ 56959 h 115056"/>
                  <a:gd name="csX9" fmla="*/ 53541 w 107036"/>
                  <a:gd name="csY9" fmla="*/ 93413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07036" h="115056">
                    <a:moveTo>
                      <a:pt x="53541" y="0"/>
                    </a:moveTo>
                    <a:cubicBezTo>
                      <a:pt x="87687" y="0"/>
                      <a:pt x="107037" y="25062"/>
                      <a:pt x="107037" y="58098"/>
                    </a:cubicBezTo>
                    <a:cubicBezTo>
                      <a:pt x="107037" y="89995"/>
                      <a:pt x="87687" y="115057"/>
                      <a:pt x="53541" y="115057"/>
                    </a:cubicBezTo>
                    <a:cubicBezTo>
                      <a:pt x="19395" y="115057"/>
                      <a:pt x="45" y="89995"/>
                      <a:pt x="45" y="58098"/>
                    </a:cubicBezTo>
                    <a:cubicBezTo>
                      <a:pt x="-1093" y="25062"/>
                      <a:pt x="19395" y="0"/>
                      <a:pt x="53541" y="0"/>
                    </a:cubicBezTo>
                    <a:close/>
                    <a:moveTo>
                      <a:pt x="53541" y="93413"/>
                    </a:moveTo>
                    <a:cubicBezTo>
                      <a:pt x="75167" y="93413"/>
                      <a:pt x="83134" y="75186"/>
                      <a:pt x="83134" y="56959"/>
                    </a:cubicBezTo>
                    <a:cubicBezTo>
                      <a:pt x="83134" y="37593"/>
                      <a:pt x="75167" y="19366"/>
                      <a:pt x="53541" y="19366"/>
                    </a:cubicBezTo>
                    <a:cubicBezTo>
                      <a:pt x="31915" y="19366"/>
                      <a:pt x="23947" y="37593"/>
                      <a:pt x="23947" y="56959"/>
                    </a:cubicBezTo>
                    <a:cubicBezTo>
                      <a:pt x="23947" y="75186"/>
                      <a:pt x="31915" y="93413"/>
                      <a:pt x="53541" y="93413"/>
                    </a:cubicBez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BC23500-32EA-7CE8-C7A5-2AC9647A14BC}"/>
                  </a:ext>
                </a:extLst>
              </p:cNvPr>
              <p:cNvSpPr/>
              <p:nvPr/>
            </p:nvSpPr>
            <p:spPr>
              <a:xfrm>
                <a:off x="10492092" y="1122171"/>
                <a:ext cx="101300" cy="115056"/>
              </a:xfrm>
              <a:custGeom>
                <a:avLst/>
                <a:gdLst>
                  <a:gd name="csX0" fmla="*/ 83089 w 101300"/>
                  <a:gd name="csY0" fmla="*/ 100248 h 115056"/>
                  <a:gd name="csX1" fmla="*/ 53496 w 101300"/>
                  <a:gd name="csY1" fmla="*/ 115057 h 115056"/>
                  <a:gd name="csX2" fmla="*/ 0 w 101300"/>
                  <a:gd name="csY2" fmla="*/ 58098 h 115056"/>
                  <a:gd name="csX3" fmla="*/ 53496 w 101300"/>
                  <a:gd name="csY3" fmla="*/ 0 h 115056"/>
                  <a:gd name="csX4" fmla="*/ 99024 w 101300"/>
                  <a:gd name="csY4" fmla="*/ 38732 h 115056"/>
                  <a:gd name="csX5" fmla="*/ 76260 w 101300"/>
                  <a:gd name="csY5" fmla="*/ 38732 h 115056"/>
                  <a:gd name="csX6" fmla="*/ 53496 w 101300"/>
                  <a:gd name="csY6" fmla="*/ 20505 h 115056"/>
                  <a:gd name="csX7" fmla="*/ 23902 w 101300"/>
                  <a:gd name="csY7" fmla="*/ 58098 h 115056"/>
                  <a:gd name="csX8" fmla="*/ 53496 w 101300"/>
                  <a:gd name="csY8" fmla="*/ 94552 h 115056"/>
                  <a:gd name="csX9" fmla="*/ 79675 w 101300"/>
                  <a:gd name="csY9" fmla="*/ 70629 h 115056"/>
                  <a:gd name="csX10" fmla="*/ 55772 w 101300"/>
                  <a:gd name="csY10" fmla="*/ 70629 h 115056"/>
                  <a:gd name="csX11" fmla="*/ 55772 w 101300"/>
                  <a:gd name="csY11" fmla="*/ 52402 h 115056"/>
                  <a:gd name="csX12" fmla="*/ 101301 w 101300"/>
                  <a:gd name="csY12" fmla="*/ 52402 h 115056"/>
                  <a:gd name="csX13" fmla="*/ 101301 w 101300"/>
                  <a:gd name="csY13" fmla="*/ 111639 h 115056"/>
                  <a:gd name="csX14" fmla="*/ 86504 w 101300"/>
                  <a:gd name="csY14" fmla="*/ 111639 h 115056"/>
                  <a:gd name="csX15" fmla="*/ 83089 w 101300"/>
                  <a:gd name="csY15" fmla="*/ 100248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01300" h="115056">
                    <a:moveTo>
                      <a:pt x="83089" y="100248"/>
                    </a:moveTo>
                    <a:cubicBezTo>
                      <a:pt x="75122" y="111639"/>
                      <a:pt x="63740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19350" y="0"/>
                      <a:pt x="53496" y="0"/>
                    </a:cubicBezTo>
                    <a:cubicBezTo>
                      <a:pt x="76260" y="0"/>
                      <a:pt x="96748" y="13670"/>
                      <a:pt x="99024" y="38732"/>
                    </a:cubicBezTo>
                    <a:lnTo>
                      <a:pt x="76260" y="38732"/>
                    </a:lnTo>
                    <a:cubicBezTo>
                      <a:pt x="73984" y="26201"/>
                      <a:pt x="64878" y="20505"/>
                      <a:pt x="53496" y="20505"/>
                    </a:cubicBezTo>
                    <a:cubicBezTo>
                      <a:pt x="31870" y="20505"/>
                      <a:pt x="23902" y="38732"/>
                      <a:pt x="23902" y="58098"/>
                    </a:cubicBezTo>
                    <a:cubicBezTo>
                      <a:pt x="23902" y="76325"/>
                      <a:pt x="31870" y="94552"/>
                      <a:pt x="53496" y="94552"/>
                    </a:cubicBezTo>
                    <a:cubicBezTo>
                      <a:pt x="69431" y="94552"/>
                      <a:pt x="78536" y="86577"/>
                      <a:pt x="79675" y="70629"/>
                    </a:cubicBezTo>
                    <a:lnTo>
                      <a:pt x="55772" y="70629"/>
                    </a:lnTo>
                    <a:lnTo>
                      <a:pt x="55772" y="52402"/>
                    </a:lnTo>
                    <a:lnTo>
                      <a:pt x="101301" y="52402"/>
                    </a:lnTo>
                    <a:lnTo>
                      <a:pt x="101301" y="111639"/>
                    </a:lnTo>
                    <a:lnTo>
                      <a:pt x="86504" y="111639"/>
                    </a:lnTo>
                    <a:lnTo>
                      <a:pt x="83089" y="100248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4AF9700-D852-3BC6-02B9-311ACE861E6C}"/>
                  </a:ext>
                </a:extLst>
              </p:cNvPr>
              <p:cNvSpPr/>
              <p:nvPr/>
            </p:nvSpPr>
            <p:spPr>
              <a:xfrm>
                <a:off x="10622986" y="1125589"/>
                <a:ext cx="23902" cy="109361"/>
              </a:xfrm>
              <a:custGeom>
                <a:avLst/>
                <a:gdLst>
                  <a:gd name="csX0" fmla="*/ 0 w 23902"/>
                  <a:gd name="csY0" fmla="*/ 0 h 109361"/>
                  <a:gd name="csX1" fmla="*/ 23902 w 23902"/>
                  <a:gd name="csY1" fmla="*/ 0 h 109361"/>
                  <a:gd name="csX2" fmla="*/ 23902 w 23902"/>
                  <a:gd name="csY2" fmla="*/ 109361 h 109361"/>
                  <a:gd name="csX3" fmla="*/ 0 w 23902"/>
                  <a:gd name="csY3" fmla="*/ 109361 h 109361"/>
                  <a:gd name="csX4" fmla="*/ 0 w 23902"/>
                  <a:gd name="csY4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3902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A8114BF6-B3C7-F7BF-7D7A-CD2B9B422972}"/>
                  </a:ext>
                </a:extLst>
              </p:cNvPr>
              <p:cNvSpPr/>
              <p:nvPr/>
            </p:nvSpPr>
            <p:spPr>
              <a:xfrm>
                <a:off x="10676482" y="1125589"/>
                <a:ext cx="83089" cy="110500"/>
              </a:xfrm>
              <a:custGeom>
                <a:avLst/>
                <a:gdLst>
                  <a:gd name="csX0" fmla="*/ 1138 w 83089"/>
                  <a:gd name="csY0" fmla="*/ 0 h 110500"/>
                  <a:gd name="csX1" fmla="*/ 83089 w 83089"/>
                  <a:gd name="csY1" fmla="*/ 0 h 110500"/>
                  <a:gd name="csX2" fmla="*/ 83089 w 83089"/>
                  <a:gd name="csY2" fmla="*/ 20505 h 110500"/>
                  <a:gd name="csX3" fmla="*/ 25041 w 83089"/>
                  <a:gd name="csY3" fmla="*/ 20505 h 110500"/>
                  <a:gd name="csX4" fmla="*/ 25041 w 83089"/>
                  <a:gd name="csY4" fmla="*/ 44428 h 110500"/>
                  <a:gd name="csX5" fmla="*/ 77398 w 83089"/>
                  <a:gd name="csY5" fmla="*/ 44428 h 110500"/>
                  <a:gd name="csX6" fmla="*/ 77398 w 83089"/>
                  <a:gd name="csY6" fmla="*/ 62655 h 110500"/>
                  <a:gd name="csX7" fmla="*/ 23902 w 83089"/>
                  <a:gd name="csY7" fmla="*/ 62655 h 110500"/>
                  <a:gd name="csX8" fmla="*/ 23902 w 83089"/>
                  <a:gd name="csY8" fmla="*/ 89995 h 110500"/>
                  <a:gd name="csX9" fmla="*/ 83089 w 83089"/>
                  <a:gd name="csY9" fmla="*/ 89995 h 110500"/>
                  <a:gd name="csX10" fmla="*/ 83089 w 83089"/>
                  <a:gd name="csY10" fmla="*/ 110500 h 110500"/>
                  <a:gd name="csX11" fmla="*/ 0 w 83089"/>
                  <a:gd name="csY11" fmla="*/ 110500 h 110500"/>
                  <a:gd name="csX12" fmla="*/ 0 w 83089"/>
                  <a:gd name="csY12" fmla="*/ 0 h 11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3089" h="110500">
                    <a:moveTo>
                      <a:pt x="1138" y="0"/>
                    </a:moveTo>
                    <a:lnTo>
                      <a:pt x="83089" y="0"/>
                    </a:lnTo>
                    <a:lnTo>
                      <a:pt x="83089" y="20505"/>
                    </a:lnTo>
                    <a:lnTo>
                      <a:pt x="25041" y="20505"/>
                    </a:lnTo>
                    <a:lnTo>
                      <a:pt x="25041" y="44428"/>
                    </a:lnTo>
                    <a:lnTo>
                      <a:pt x="77398" y="44428"/>
                    </a:lnTo>
                    <a:lnTo>
                      <a:pt x="77398" y="62655"/>
                    </a:lnTo>
                    <a:lnTo>
                      <a:pt x="23902" y="62655"/>
                    </a:lnTo>
                    <a:lnTo>
                      <a:pt x="23902" y="89995"/>
                    </a:lnTo>
                    <a:lnTo>
                      <a:pt x="83089" y="89995"/>
                    </a:lnTo>
                    <a:lnTo>
                      <a:pt x="83089" y="110500"/>
                    </a:lnTo>
                    <a:lnTo>
                      <a:pt x="0" y="11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976EC0F8-6D4C-6A3C-C709-006BBCB9E22A}"/>
                  </a:ext>
                </a:extLst>
              </p:cNvPr>
              <p:cNvSpPr/>
              <p:nvPr/>
            </p:nvSpPr>
            <p:spPr>
              <a:xfrm>
                <a:off x="10782335" y="1123310"/>
                <a:ext cx="92194" cy="115056"/>
              </a:xfrm>
              <a:custGeom>
                <a:avLst/>
                <a:gdLst>
                  <a:gd name="csX0" fmla="*/ 22764 w 92194"/>
                  <a:gd name="csY0" fmla="*/ 75186 h 115056"/>
                  <a:gd name="csX1" fmla="*/ 46667 w 92194"/>
                  <a:gd name="csY1" fmla="*/ 95691 h 115056"/>
                  <a:gd name="csX2" fmla="*/ 68293 w 92194"/>
                  <a:gd name="csY2" fmla="*/ 82021 h 115056"/>
                  <a:gd name="csX3" fmla="*/ 35284 w 92194"/>
                  <a:gd name="csY3" fmla="*/ 63794 h 115056"/>
                  <a:gd name="csX4" fmla="*/ 2276 w 92194"/>
                  <a:gd name="csY4" fmla="*/ 33036 h 115056"/>
                  <a:gd name="csX5" fmla="*/ 43252 w 92194"/>
                  <a:gd name="csY5" fmla="*/ 0 h 115056"/>
                  <a:gd name="csX6" fmla="*/ 87642 w 92194"/>
                  <a:gd name="csY6" fmla="*/ 35314 h 115056"/>
                  <a:gd name="csX7" fmla="*/ 64878 w 92194"/>
                  <a:gd name="csY7" fmla="*/ 35314 h 115056"/>
                  <a:gd name="csX8" fmla="*/ 43252 w 92194"/>
                  <a:gd name="csY8" fmla="*/ 18227 h 115056"/>
                  <a:gd name="csX9" fmla="*/ 26179 w 92194"/>
                  <a:gd name="csY9" fmla="*/ 30758 h 115056"/>
                  <a:gd name="csX10" fmla="*/ 59187 w 92194"/>
                  <a:gd name="csY10" fmla="*/ 47845 h 115056"/>
                  <a:gd name="csX11" fmla="*/ 92195 w 92194"/>
                  <a:gd name="csY11" fmla="*/ 79742 h 115056"/>
                  <a:gd name="csX12" fmla="*/ 46667 w 92194"/>
                  <a:gd name="csY12" fmla="*/ 115057 h 115056"/>
                  <a:gd name="csX13" fmla="*/ 0 w 92194"/>
                  <a:gd name="csY13" fmla="*/ 76325 h 115056"/>
                  <a:gd name="csX14" fmla="*/ 22764 w 92194"/>
                  <a:gd name="csY14" fmla="*/ 76325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92194" h="115056">
                    <a:moveTo>
                      <a:pt x="22764" y="75186"/>
                    </a:moveTo>
                    <a:cubicBezTo>
                      <a:pt x="22764" y="89995"/>
                      <a:pt x="34146" y="95691"/>
                      <a:pt x="46667" y="95691"/>
                    </a:cubicBezTo>
                    <a:cubicBezTo>
                      <a:pt x="54634" y="95691"/>
                      <a:pt x="68293" y="93413"/>
                      <a:pt x="68293" y="82021"/>
                    </a:cubicBezTo>
                    <a:cubicBezTo>
                      <a:pt x="68293" y="70629"/>
                      <a:pt x="52358" y="68351"/>
                      <a:pt x="35284" y="63794"/>
                    </a:cubicBezTo>
                    <a:cubicBezTo>
                      <a:pt x="19350" y="59237"/>
                      <a:pt x="2276" y="53541"/>
                      <a:pt x="2276" y="33036"/>
                    </a:cubicBezTo>
                    <a:cubicBezTo>
                      <a:pt x="2276" y="10253"/>
                      <a:pt x="23902" y="0"/>
                      <a:pt x="43252" y="0"/>
                    </a:cubicBezTo>
                    <a:cubicBezTo>
                      <a:pt x="66016" y="0"/>
                      <a:pt x="87642" y="10253"/>
                      <a:pt x="87642" y="35314"/>
                    </a:cubicBezTo>
                    <a:lnTo>
                      <a:pt x="64878" y="35314"/>
                    </a:lnTo>
                    <a:cubicBezTo>
                      <a:pt x="63740" y="21644"/>
                      <a:pt x="54634" y="18227"/>
                      <a:pt x="43252" y="18227"/>
                    </a:cubicBezTo>
                    <a:cubicBezTo>
                      <a:pt x="35284" y="18227"/>
                      <a:pt x="26179" y="21644"/>
                      <a:pt x="26179" y="30758"/>
                    </a:cubicBezTo>
                    <a:cubicBezTo>
                      <a:pt x="26179" y="38732"/>
                      <a:pt x="31870" y="39871"/>
                      <a:pt x="59187" y="47845"/>
                    </a:cubicBezTo>
                    <a:cubicBezTo>
                      <a:pt x="67154" y="50124"/>
                      <a:pt x="92195" y="54681"/>
                      <a:pt x="92195" y="79742"/>
                    </a:cubicBezTo>
                    <a:cubicBezTo>
                      <a:pt x="92195" y="100248"/>
                      <a:pt x="76260" y="115057"/>
                      <a:pt x="46667" y="115057"/>
                    </a:cubicBezTo>
                    <a:cubicBezTo>
                      <a:pt x="22764" y="115057"/>
                      <a:pt x="0" y="102526"/>
                      <a:pt x="0" y="76325"/>
                    </a:cubicBezTo>
                    <a:lnTo>
                      <a:pt x="22764" y="76325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68" name="Graphic 39">
              <a:extLst>
                <a:ext uri="{FF2B5EF4-FFF2-40B4-BE49-F238E27FC236}">
                  <a16:creationId xmlns:a16="http://schemas.microsoft.com/office/drawing/2014/main" id="{DA14AC62-4DF3-FFC4-0727-9BAB2D5E13DB}"/>
                </a:ext>
              </a:extLst>
            </p:cNvPr>
            <p:cNvGrpSpPr/>
            <p:nvPr/>
          </p:nvGrpSpPr>
          <p:grpSpPr>
            <a:xfrm>
              <a:off x="10951147" y="514284"/>
              <a:ext cx="662472" cy="723167"/>
              <a:chOff x="10951147" y="514284"/>
              <a:chExt cx="662472" cy="723167"/>
            </a:xfrm>
            <a:solidFill>
              <a:srgbClr val="E41B23"/>
            </a:solidFill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889B085-B99A-43B5-8C24-B35D5A46A41A}"/>
                  </a:ext>
                </a:extLst>
              </p:cNvPr>
              <p:cNvSpPr/>
              <p:nvPr/>
            </p:nvSpPr>
            <p:spPr>
              <a:xfrm>
                <a:off x="10951147" y="514284"/>
                <a:ext cx="592649" cy="667408"/>
              </a:xfrm>
              <a:custGeom>
                <a:avLst/>
                <a:gdLst>
                  <a:gd name="csX0" fmla="*/ 433301 w 592649"/>
                  <a:gd name="csY0" fmla="*/ 602191 h 667408"/>
                  <a:gd name="csX1" fmla="*/ 458341 w 592649"/>
                  <a:gd name="csY1" fmla="*/ 599913 h 667408"/>
                  <a:gd name="csX2" fmla="*/ 420780 w 592649"/>
                  <a:gd name="csY2" fmla="*/ 529284 h 667408"/>
                  <a:gd name="csX3" fmla="*/ 405984 w 592649"/>
                  <a:gd name="csY3" fmla="*/ 493969 h 667408"/>
                  <a:gd name="csX4" fmla="*/ 443544 w 592649"/>
                  <a:gd name="csY4" fmla="*/ 460933 h 667408"/>
                  <a:gd name="csX5" fmla="*/ 493626 w 592649"/>
                  <a:gd name="csY5" fmla="*/ 503083 h 667408"/>
                  <a:gd name="csX6" fmla="*/ 538016 w 592649"/>
                  <a:gd name="csY6" fmla="*/ 527005 h 667408"/>
                  <a:gd name="csX7" fmla="*/ 559642 w 592649"/>
                  <a:gd name="csY7" fmla="*/ 514474 h 667408"/>
                  <a:gd name="csX8" fmla="*/ 528910 w 592649"/>
                  <a:gd name="csY8" fmla="*/ 465490 h 667408"/>
                  <a:gd name="csX9" fmla="*/ 470862 w 592649"/>
                  <a:gd name="csY9" fmla="*/ 413088 h 667408"/>
                  <a:gd name="csX10" fmla="*/ 483382 w 592649"/>
                  <a:gd name="csY10" fmla="*/ 390304 h 667408"/>
                  <a:gd name="csX11" fmla="*/ 548260 w 592649"/>
                  <a:gd name="csY11" fmla="*/ 399417 h 667408"/>
                  <a:gd name="csX12" fmla="*/ 592650 w 592649"/>
                  <a:gd name="csY12" fmla="*/ 366381 h 667408"/>
                  <a:gd name="csX13" fmla="*/ 531187 w 592649"/>
                  <a:gd name="csY13" fmla="*/ 342459 h 667408"/>
                  <a:gd name="csX14" fmla="*/ 489073 w 592649"/>
                  <a:gd name="csY14" fmla="*/ 304866 h 667408"/>
                  <a:gd name="csX15" fmla="*/ 532325 w 592649"/>
                  <a:gd name="csY15" fmla="*/ 271830 h 667408"/>
                  <a:gd name="csX16" fmla="*/ 526634 w 592649"/>
                  <a:gd name="csY16" fmla="*/ 241072 h 667408"/>
                  <a:gd name="csX17" fmla="*/ 476553 w 592649"/>
                  <a:gd name="csY17" fmla="*/ 246768 h 667408"/>
                  <a:gd name="csX18" fmla="*/ 453788 w 592649"/>
                  <a:gd name="csY18" fmla="*/ 254742 h 667408"/>
                  <a:gd name="csX19" fmla="*/ 436715 w 592649"/>
                  <a:gd name="csY19" fmla="*/ 235376 h 667408"/>
                  <a:gd name="csX20" fmla="*/ 476553 w 592649"/>
                  <a:gd name="csY20" fmla="*/ 186391 h 667408"/>
                  <a:gd name="csX21" fmla="*/ 468585 w 592649"/>
                  <a:gd name="csY21" fmla="*/ 144242 h 667408"/>
                  <a:gd name="csX22" fmla="*/ 380943 w 592649"/>
                  <a:gd name="csY22" fmla="*/ 201201 h 667408"/>
                  <a:gd name="csX23" fmla="*/ 366146 w 592649"/>
                  <a:gd name="csY23" fmla="*/ 187530 h 667408"/>
                  <a:gd name="csX24" fmla="*/ 365008 w 592649"/>
                  <a:gd name="csY24" fmla="*/ 102092 h 667408"/>
                  <a:gd name="csX25" fmla="*/ 345659 w 592649"/>
                  <a:gd name="csY25" fmla="*/ 87283 h 667408"/>
                  <a:gd name="csX26" fmla="*/ 332000 w 592649"/>
                  <a:gd name="csY26" fmla="*/ 97535 h 667408"/>
                  <a:gd name="csX27" fmla="*/ 318341 w 592649"/>
                  <a:gd name="csY27" fmla="*/ 178417 h 667408"/>
                  <a:gd name="csX28" fmla="*/ 312650 w 592649"/>
                  <a:gd name="csY28" fmla="*/ 181835 h 667408"/>
                  <a:gd name="csX29" fmla="*/ 292163 w 592649"/>
                  <a:gd name="csY29" fmla="*/ 184113 h 667408"/>
                  <a:gd name="csX30" fmla="*/ 273951 w 592649"/>
                  <a:gd name="csY30" fmla="*/ 169304 h 667408"/>
                  <a:gd name="csX31" fmla="*/ 238667 w 592649"/>
                  <a:gd name="csY31" fmla="*/ 99814 h 667408"/>
                  <a:gd name="csX32" fmla="*/ 225008 w 592649"/>
                  <a:gd name="csY32" fmla="*/ 103231 h 667408"/>
                  <a:gd name="csX33" fmla="*/ 228423 w 592649"/>
                  <a:gd name="csY33" fmla="*/ 200061 h 667408"/>
                  <a:gd name="csX34" fmla="*/ 222732 w 592649"/>
                  <a:gd name="csY34" fmla="*/ 205757 h 667408"/>
                  <a:gd name="csX35" fmla="*/ 143057 w 592649"/>
                  <a:gd name="csY35" fmla="*/ 149938 h 667408"/>
                  <a:gd name="csX36" fmla="*/ 141919 w 592649"/>
                  <a:gd name="csY36" fmla="*/ 144242 h 667408"/>
                  <a:gd name="csX37" fmla="*/ 235252 w 592649"/>
                  <a:gd name="csY37" fmla="*/ 51968 h 667408"/>
                  <a:gd name="csX38" fmla="*/ 312650 w 592649"/>
                  <a:gd name="csY38" fmla="*/ 47412 h 667408"/>
                  <a:gd name="csX39" fmla="*/ 328585 w 592649"/>
                  <a:gd name="csY39" fmla="*/ 31463 h 667408"/>
                  <a:gd name="csX40" fmla="*/ 325171 w 592649"/>
                  <a:gd name="csY40" fmla="*/ 7540 h 667408"/>
                  <a:gd name="csX41" fmla="*/ 311512 w 592649"/>
                  <a:gd name="csY41" fmla="*/ 2984 h 667408"/>
                  <a:gd name="csX42" fmla="*/ 248911 w 592649"/>
                  <a:gd name="csY42" fmla="*/ 5262 h 667408"/>
                  <a:gd name="csX43" fmla="*/ 94114 w 592649"/>
                  <a:gd name="csY43" fmla="*/ 114623 h 667408"/>
                  <a:gd name="csX44" fmla="*/ 21269 w 592649"/>
                  <a:gd name="csY44" fmla="*/ 235376 h 667408"/>
                  <a:gd name="csX45" fmla="*/ 7610 w 592649"/>
                  <a:gd name="csY45" fmla="*/ 421062 h 667408"/>
                  <a:gd name="csX46" fmla="*/ 33789 w 592649"/>
                  <a:gd name="csY46" fmla="*/ 506500 h 667408"/>
                  <a:gd name="csX47" fmla="*/ 71350 w 592649"/>
                  <a:gd name="csY47" fmla="*/ 562320 h 667408"/>
                  <a:gd name="csX48" fmla="*/ 91838 w 592649"/>
                  <a:gd name="csY48" fmla="*/ 556624 h 667408"/>
                  <a:gd name="csX49" fmla="*/ 66797 w 592649"/>
                  <a:gd name="csY49" fmla="*/ 454098 h 667408"/>
                  <a:gd name="csX50" fmla="*/ 63383 w 592649"/>
                  <a:gd name="csY50" fmla="*/ 424479 h 667408"/>
                  <a:gd name="csX51" fmla="*/ 221594 w 592649"/>
                  <a:gd name="csY51" fmla="*/ 426758 h 667408"/>
                  <a:gd name="csX52" fmla="*/ 236390 w 592649"/>
                  <a:gd name="csY52" fmla="*/ 446124 h 667408"/>
                  <a:gd name="csX53" fmla="*/ 155578 w 592649"/>
                  <a:gd name="csY53" fmla="*/ 533840 h 667408"/>
                  <a:gd name="csX54" fmla="*/ 97529 w 592649"/>
                  <a:gd name="csY54" fmla="*/ 601052 h 667408"/>
                  <a:gd name="csX55" fmla="*/ 96391 w 592649"/>
                  <a:gd name="csY55" fmla="*/ 613583 h 667408"/>
                  <a:gd name="csX56" fmla="*/ 120293 w 592649"/>
                  <a:gd name="csY56" fmla="*/ 626114 h 667408"/>
                  <a:gd name="csX57" fmla="*/ 218179 w 592649"/>
                  <a:gd name="csY57" fmla="*/ 529284 h 667408"/>
                  <a:gd name="csX58" fmla="*/ 232976 w 592649"/>
                  <a:gd name="csY58" fmla="*/ 513335 h 667408"/>
                  <a:gd name="csX59" fmla="*/ 235252 w 592649"/>
                  <a:gd name="csY59" fmla="*/ 519031 h 667408"/>
                  <a:gd name="csX60" fmla="*/ 192000 w 592649"/>
                  <a:gd name="csY60" fmla="*/ 590799 h 667408"/>
                  <a:gd name="csX61" fmla="*/ 163545 w 592649"/>
                  <a:gd name="csY61" fmla="*/ 653454 h 667408"/>
                  <a:gd name="csX62" fmla="*/ 199968 w 592649"/>
                  <a:gd name="csY62" fmla="*/ 661428 h 667408"/>
                  <a:gd name="csX63" fmla="*/ 212488 w 592649"/>
                  <a:gd name="csY63" fmla="*/ 626114 h 667408"/>
                  <a:gd name="csX64" fmla="*/ 272813 w 592649"/>
                  <a:gd name="csY64" fmla="*/ 499665 h 667408"/>
                  <a:gd name="csX65" fmla="*/ 295577 w 592649"/>
                  <a:gd name="csY65" fmla="*/ 495108 h 667408"/>
                  <a:gd name="csX66" fmla="*/ 310374 w 592649"/>
                  <a:gd name="csY66" fmla="*/ 519031 h 667408"/>
                  <a:gd name="csX67" fmla="*/ 286472 w 592649"/>
                  <a:gd name="csY67" fmla="*/ 624975 h 667408"/>
                  <a:gd name="csX68" fmla="*/ 288748 w 592649"/>
                  <a:gd name="csY68" fmla="*/ 664846 h 667408"/>
                  <a:gd name="csX69" fmla="*/ 310374 w 592649"/>
                  <a:gd name="csY69" fmla="*/ 664846 h 667408"/>
                  <a:gd name="csX70" fmla="*/ 312650 w 592649"/>
                  <a:gd name="csY70" fmla="*/ 659150 h 667408"/>
                  <a:gd name="csX71" fmla="*/ 342244 w 592649"/>
                  <a:gd name="csY71" fmla="*/ 558902 h 667408"/>
                  <a:gd name="csX72" fmla="*/ 352488 w 592649"/>
                  <a:gd name="csY72" fmla="*/ 511057 h 667408"/>
                  <a:gd name="csX73" fmla="*/ 378667 w 592649"/>
                  <a:gd name="csY73" fmla="*/ 519031 h 667408"/>
                  <a:gd name="csX74" fmla="*/ 433301 w 592649"/>
                  <a:gd name="csY74" fmla="*/ 602191 h 667408"/>
                  <a:gd name="csX75" fmla="*/ 202244 w 592649"/>
                  <a:gd name="csY75" fmla="*/ 272969 h 667408"/>
                  <a:gd name="csX76" fmla="*/ 189724 w 592649"/>
                  <a:gd name="csY76" fmla="*/ 285500 h 667408"/>
                  <a:gd name="csX77" fmla="*/ 85009 w 592649"/>
                  <a:gd name="csY77" fmla="*/ 286639 h 667408"/>
                  <a:gd name="csX78" fmla="*/ 75903 w 592649"/>
                  <a:gd name="csY78" fmla="*/ 312840 h 667408"/>
                  <a:gd name="csX79" fmla="*/ 182895 w 592649"/>
                  <a:gd name="csY79" fmla="*/ 350433 h 667408"/>
                  <a:gd name="csX80" fmla="*/ 194277 w 592649"/>
                  <a:gd name="csY80" fmla="*/ 358407 h 667408"/>
                  <a:gd name="csX81" fmla="*/ 189724 w 592649"/>
                  <a:gd name="csY81" fmla="*/ 380051 h 667408"/>
                  <a:gd name="csX82" fmla="*/ 146472 w 592649"/>
                  <a:gd name="csY82" fmla="*/ 385747 h 667408"/>
                  <a:gd name="csX83" fmla="*/ 53139 w 592649"/>
                  <a:gd name="csY83" fmla="*/ 367520 h 667408"/>
                  <a:gd name="csX84" fmla="*/ 95253 w 592649"/>
                  <a:gd name="csY84" fmla="*/ 210314 h 667408"/>
                  <a:gd name="csX85" fmla="*/ 120293 w 592649"/>
                  <a:gd name="csY85" fmla="*/ 184113 h 667408"/>
                  <a:gd name="csX86" fmla="*/ 192000 w 592649"/>
                  <a:gd name="csY86" fmla="*/ 250185 h 667408"/>
                  <a:gd name="csX87" fmla="*/ 202244 w 592649"/>
                  <a:gd name="csY87" fmla="*/ 272969 h 667408"/>
                  <a:gd name="csX88" fmla="*/ 316065 w 592649"/>
                  <a:gd name="csY88" fmla="*/ 463211 h 667408"/>
                  <a:gd name="csX89" fmla="*/ 310374 w 592649"/>
                  <a:gd name="csY89" fmla="*/ 459794 h 667408"/>
                  <a:gd name="csX90" fmla="*/ 239805 w 592649"/>
                  <a:gd name="csY90" fmla="*/ 382330 h 667408"/>
                  <a:gd name="csX91" fmla="*/ 244358 w 592649"/>
                  <a:gd name="csY91" fmla="*/ 285500 h 667408"/>
                  <a:gd name="csX92" fmla="*/ 310374 w 592649"/>
                  <a:gd name="csY92" fmla="*/ 243350 h 667408"/>
                  <a:gd name="csX93" fmla="*/ 332000 w 592649"/>
                  <a:gd name="csY93" fmla="*/ 241072 h 667408"/>
                  <a:gd name="csX94" fmla="*/ 445821 w 592649"/>
                  <a:gd name="csY94" fmla="*/ 306005 h 667408"/>
                  <a:gd name="csX95" fmla="*/ 444683 w 592649"/>
                  <a:gd name="csY95" fmla="*/ 399417 h 667408"/>
                  <a:gd name="csX96" fmla="*/ 411675 w 592649"/>
                  <a:gd name="csY96" fmla="*/ 432454 h 667408"/>
                  <a:gd name="csX97" fmla="*/ 316065 w 592649"/>
                  <a:gd name="csY97" fmla="*/ 463211 h 66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</a:cxnLst>
                <a:rect l="l" t="t" r="r" b="b"/>
                <a:pathLst>
                  <a:path w="592649" h="667408">
                    <a:moveTo>
                      <a:pt x="433301" y="602191"/>
                    </a:moveTo>
                    <a:cubicBezTo>
                      <a:pt x="440130" y="604469"/>
                      <a:pt x="452650" y="607887"/>
                      <a:pt x="458341" y="599913"/>
                    </a:cubicBezTo>
                    <a:cubicBezTo>
                      <a:pt x="474276" y="568016"/>
                      <a:pt x="434439" y="550928"/>
                      <a:pt x="420780" y="529284"/>
                    </a:cubicBezTo>
                    <a:cubicBezTo>
                      <a:pt x="413951" y="517892"/>
                      <a:pt x="404845" y="507639"/>
                      <a:pt x="405984" y="493969"/>
                    </a:cubicBezTo>
                    <a:cubicBezTo>
                      <a:pt x="410536" y="475742"/>
                      <a:pt x="428748" y="466629"/>
                      <a:pt x="443544" y="460933"/>
                    </a:cubicBezTo>
                    <a:cubicBezTo>
                      <a:pt x="475414" y="451820"/>
                      <a:pt x="475414" y="487134"/>
                      <a:pt x="493626" y="503083"/>
                    </a:cubicBezTo>
                    <a:cubicBezTo>
                      <a:pt x="509561" y="509918"/>
                      <a:pt x="517528" y="528145"/>
                      <a:pt x="538016" y="527005"/>
                    </a:cubicBezTo>
                    <a:cubicBezTo>
                      <a:pt x="548260" y="528145"/>
                      <a:pt x="556227" y="522449"/>
                      <a:pt x="559642" y="514474"/>
                    </a:cubicBezTo>
                    <a:cubicBezTo>
                      <a:pt x="565333" y="489412"/>
                      <a:pt x="545983" y="478021"/>
                      <a:pt x="528910" y="465490"/>
                    </a:cubicBezTo>
                    <a:cubicBezTo>
                      <a:pt x="507284" y="449541"/>
                      <a:pt x="482244" y="438149"/>
                      <a:pt x="470862" y="413088"/>
                    </a:cubicBezTo>
                    <a:cubicBezTo>
                      <a:pt x="476553" y="406253"/>
                      <a:pt x="472000" y="393722"/>
                      <a:pt x="483382" y="390304"/>
                    </a:cubicBezTo>
                    <a:cubicBezTo>
                      <a:pt x="507284" y="385747"/>
                      <a:pt x="523219" y="405113"/>
                      <a:pt x="548260" y="399417"/>
                    </a:cubicBezTo>
                    <a:cubicBezTo>
                      <a:pt x="569886" y="398278"/>
                      <a:pt x="584682" y="385747"/>
                      <a:pt x="592650" y="366381"/>
                    </a:cubicBezTo>
                    <a:cubicBezTo>
                      <a:pt x="584682" y="331067"/>
                      <a:pt x="551674" y="359546"/>
                      <a:pt x="531187" y="342459"/>
                    </a:cubicBezTo>
                    <a:cubicBezTo>
                      <a:pt x="517528" y="328788"/>
                      <a:pt x="492487" y="326510"/>
                      <a:pt x="489073" y="304866"/>
                    </a:cubicBezTo>
                    <a:cubicBezTo>
                      <a:pt x="501593" y="291196"/>
                      <a:pt x="523219" y="291196"/>
                      <a:pt x="532325" y="271830"/>
                    </a:cubicBezTo>
                    <a:cubicBezTo>
                      <a:pt x="534601" y="261577"/>
                      <a:pt x="533463" y="247907"/>
                      <a:pt x="526634" y="241072"/>
                    </a:cubicBezTo>
                    <a:cubicBezTo>
                      <a:pt x="507284" y="235376"/>
                      <a:pt x="494764" y="246768"/>
                      <a:pt x="476553" y="246768"/>
                    </a:cubicBezTo>
                    <a:cubicBezTo>
                      <a:pt x="472000" y="252464"/>
                      <a:pt x="462894" y="254742"/>
                      <a:pt x="453788" y="254742"/>
                    </a:cubicBezTo>
                    <a:cubicBezTo>
                      <a:pt x="448097" y="249046"/>
                      <a:pt x="437853" y="244489"/>
                      <a:pt x="436715" y="235376"/>
                    </a:cubicBezTo>
                    <a:cubicBezTo>
                      <a:pt x="450374" y="216010"/>
                      <a:pt x="467447" y="208036"/>
                      <a:pt x="476553" y="186391"/>
                    </a:cubicBezTo>
                    <a:cubicBezTo>
                      <a:pt x="478829" y="171582"/>
                      <a:pt x="483382" y="152216"/>
                      <a:pt x="468585" y="144242"/>
                    </a:cubicBezTo>
                    <a:cubicBezTo>
                      <a:pt x="419642" y="138546"/>
                      <a:pt x="425333" y="197783"/>
                      <a:pt x="380943" y="201201"/>
                    </a:cubicBezTo>
                    <a:cubicBezTo>
                      <a:pt x="374114" y="198922"/>
                      <a:pt x="369561" y="193226"/>
                      <a:pt x="366146" y="187530"/>
                    </a:cubicBezTo>
                    <a:cubicBezTo>
                      <a:pt x="359317" y="157912"/>
                      <a:pt x="370699" y="130572"/>
                      <a:pt x="365008" y="102092"/>
                    </a:cubicBezTo>
                    <a:cubicBezTo>
                      <a:pt x="361593" y="95257"/>
                      <a:pt x="353626" y="87283"/>
                      <a:pt x="345659" y="87283"/>
                    </a:cubicBezTo>
                    <a:cubicBezTo>
                      <a:pt x="339967" y="89561"/>
                      <a:pt x="334276" y="91840"/>
                      <a:pt x="332000" y="97535"/>
                    </a:cubicBezTo>
                    <a:cubicBezTo>
                      <a:pt x="322894" y="122597"/>
                      <a:pt x="338829" y="156773"/>
                      <a:pt x="318341" y="178417"/>
                    </a:cubicBezTo>
                    <a:cubicBezTo>
                      <a:pt x="316065" y="179556"/>
                      <a:pt x="314927" y="180695"/>
                      <a:pt x="312650" y="181835"/>
                    </a:cubicBezTo>
                    <a:cubicBezTo>
                      <a:pt x="305821" y="185252"/>
                      <a:pt x="298992" y="186391"/>
                      <a:pt x="292163" y="184113"/>
                    </a:cubicBezTo>
                    <a:cubicBezTo>
                      <a:pt x="285333" y="179556"/>
                      <a:pt x="277366" y="178417"/>
                      <a:pt x="273951" y="169304"/>
                    </a:cubicBezTo>
                    <a:cubicBezTo>
                      <a:pt x="271675" y="141963"/>
                      <a:pt x="251187" y="122597"/>
                      <a:pt x="238667" y="99814"/>
                    </a:cubicBezTo>
                    <a:cubicBezTo>
                      <a:pt x="234114" y="94118"/>
                      <a:pt x="228423" y="99814"/>
                      <a:pt x="225008" y="103231"/>
                    </a:cubicBezTo>
                    <a:cubicBezTo>
                      <a:pt x="210212" y="132850"/>
                      <a:pt x="220456" y="170443"/>
                      <a:pt x="228423" y="200061"/>
                    </a:cubicBezTo>
                    <a:cubicBezTo>
                      <a:pt x="227285" y="202340"/>
                      <a:pt x="227285" y="208036"/>
                      <a:pt x="222732" y="205757"/>
                    </a:cubicBezTo>
                    <a:cubicBezTo>
                      <a:pt x="195415" y="186391"/>
                      <a:pt x="170374" y="167025"/>
                      <a:pt x="143057" y="149938"/>
                    </a:cubicBezTo>
                    <a:lnTo>
                      <a:pt x="141919" y="144242"/>
                    </a:lnTo>
                    <a:cubicBezTo>
                      <a:pt x="163545" y="105510"/>
                      <a:pt x="197691" y="70195"/>
                      <a:pt x="235252" y="51968"/>
                    </a:cubicBezTo>
                    <a:cubicBezTo>
                      <a:pt x="259155" y="46272"/>
                      <a:pt x="292163" y="57664"/>
                      <a:pt x="312650" y="47412"/>
                    </a:cubicBezTo>
                    <a:cubicBezTo>
                      <a:pt x="319480" y="45133"/>
                      <a:pt x="325171" y="39437"/>
                      <a:pt x="328585" y="31463"/>
                    </a:cubicBezTo>
                    <a:cubicBezTo>
                      <a:pt x="332000" y="23489"/>
                      <a:pt x="330862" y="12097"/>
                      <a:pt x="325171" y="7540"/>
                    </a:cubicBezTo>
                    <a:cubicBezTo>
                      <a:pt x="320618" y="5262"/>
                      <a:pt x="316065" y="4123"/>
                      <a:pt x="311512" y="2984"/>
                    </a:cubicBezTo>
                    <a:cubicBezTo>
                      <a:pt x="291024" y="-2712"/>
                      <a:pt x="265984" y="705"/>
                      <a:pt x="248911" y="5262"/>
                    </a:cubicBezTo>
                    <a:cubicBezTo>
                      <a:pt x="185171" y="17793"/>
                      <a:pt x="136228" y="66778"/>
                      <a:pt x="94114" y="114623"/>
                    </a:cubicBezTo>
                    <a:cubicBezTo>
                      <a:pt x="64521" y="152216"/>
                      <a:pt x="39480" y="193226"/>
                      <a:pt x="21269" y="235376"/>
                    </a:cubicBezTo>
                    <a:cubicBezTo>
                      <a:pt x="781" y="291196"/>
                      <a:pt x="-7186" y="360685"/>
                      <a:pt x="7610" y="421062"/>
                    </a:cubicBezTo>
                    <a:cubicBezTo>
                      <a:pt x="14440" y="450680"/>
                      <a:pt x="28098" y="475742"/>
                      <a:pt x="33789" y="506500"/>
                    </a:cubicBezTo>
                    <a:cubicBezTo>
                      <a:pt x="46310" y="525866"/>
                      <a:pt x="42895" y="557763"/>
                      <a:pt x="71350" y="562320"/>
                    </a:cubicBezTo>
                    <a:cubicBezTo>
                      <a:pt x="79318" y="566877"/>
                      <a:pt x="85009" y="560041"/>
                      <a:pt x="91838" y="556624"/>
                    </a:cubicBezTo>
                    <a:cubicBezTo>
                      <a:pt x="88423" y="521309"/>
                      <a:pt x="72488" y="489412"/>
                      <a:pt x="66797" y="454098"/>
                    </a:cubicBezTo>
                    <a:cubicBezTo>
                      <a:pt x="65659" y="443845"/>
                      <a:pt x="53139" y="432454"/>
                      <a:pt x="63383" y="424479"/>
                    </a:cubicBezTo>
                    <a:cubicBezTo>
                      <a:pt x="113464" y="443845"/>
                      <a:pt x="168098" y="427897"/>
                      <a:pt x="221594" y="426758"/>
                    </a:cubicBezTo>
                    <a:cubicBezTo>
                      <a:pt x="230699" y="429036"/>
                      <a:pt x="231838" y="439289"/>
                      <a:pt x="236390" y="446124"/>
                    </a:cubicBezTo>
                    <a:cubicBezTo>
                      <a:pt x="236390" y="495108"/>
                      <a:pt x="184033" y="504222"/>
                      <a:pt x="155578" y="533840"/>
                    </a:cubicBezTo>
                    <a:cubicBezTo>
                      <a:pt x="143057" y="563459"/>
                      <a:pt x="116878" y="579407"/>
                      <a:pt x="97529" y="601052"/>
                    </a:cubicBezTo>
                    <a:lnTo>
                      <a:pt x="96391" y="613583"/>
                    </a:lnTo>
                    <a:cubicBezTo>
                      <a:pt x="103220" y="620418"/>
                      <a:pt x="110049" y="630670"/>
                      <a:pt x="120293" y="626114"/>
                    </a:cubicBezTo>
                    <a:cubicBezTo>
                      <a:pt x="160130" y="603330"/>
                      <a:pt x="177204" y="554346"/>
                      <a:pt x="218179" y="529284"/>
                    </a:cubicBezTo>
                    <a:cubicBezTo>
                      <a:pt x="223870" y="524727"/>
                      <a:pt x="226147" y="514474"/>
                      <a:pt x="232976" y="513335"/>
                    </a:cubicBezTo>
                    <a:cubicBezTo>
                      <a:pt x="235252" y="514474"/>
                      <a:pt x="235252" y="516753"/>
                      <a:pt x="235252" y="519031"/>
                    </a:cubicBezTo>
                    <a:cubicBezTo>
                      <a:pt x="215903" y="540675"/>
                      <a:pt x="204521" y="565737"/>
                      <a:pt x="192000" y="590799"/>
                    </a:cubicBezTo>
                    <a:cubicBezTo>
                      <a:pt x="184033" y="613583"/>
                      <a:pt x="162407" y="628392"/>
                      <a:pt x="163545" y="653454"/>
                    </a:cubicBezTo>
                    <a:cubicBezTo>
                      <a:pt x="172651" y="659150"/>
                      <a:pt x="186309" y="668263"/>
                      <a:pt x="199968" y="661428"/>
                    </a:cubicBezTo>
                    <a:cubicBezTo>
                      <a:pt x="211350" y="653454"/>
                      <a:pt x="206797" y="637506"/>
                      <a:pt x="212488" y="626114"/>
                    </a:cubicBezTo>
                    <a:cubicBezTo>
                      <a:pt x="234114" y="585103"/>
                      <a:pt x="245496" y="538397"/>
                      <a:pt x="272813" y="499665"/>
                    </a:cubicBezTo>
                    <a:cubicBezTo>
                      <a:pt x="280781" y="495108"/>
                      <a:pt x="286472" y="490552"/>
                      <a:pt x="295577" y="495108"/>
                    </a:cubicBezTo>
                    <a:cubicBezTo>
                      <a:pt x="303545" y="500804"/>
                      <a:pt x="310374" y="508778"/>
                      <a:pt x="310374" y="519031"/>
                    </a:cubicBezTo>
                    <a:cubicBezTo>
                      <a:pt x="305821" y="555485"/>
                      <a:pt x="295577" y="590799"/>
                      <a:pt x="286472" y="624975"/>
                    </a:cubicBezTo>
                    <a:cubicBezTo>
                      <a:pt x="285333" y="637506"/>
                      <a:pt x="273951" y="655732"/>
                      <a:pt x="288748" y="664846"/>
                    </a:cubicBezTo>
                    <a:cubicBezTo>
                      <a:pt x="295577" y="668263"/>
                      <a:pt x="303545" y="668263"/>
                      <a:pt x="310374" y="664846"/>
                    </a:cubicBezTo>
                    <a:cubicBezTo>
                      <a:pt x="311512" y="662567"/>
                      <a:pt x="312650" y="661428"/>
                      <a:pt x="312650" y="659150"/>
                    </a:cubicBezTo>
                    <a:cubicBezTo>
                      <a:pt x="327447" y="627253"/>
                      <a:pt x="329724" y="590799"/>
                      <a:pt x="342244" y="558902"/>
                    </a:cubicBezTo>
                    <a:cubicBezTo>
                      <a:pt x="346797" y="544093"/>
                      <a:pt x="330862" y="517892"/>
                      <a:pt x="352488" y="511057"/>
                    </a:cubicBezTo>
                    <a:cubicBezTo>
                      <a:pt x="362732" y="507639"/>
                      <a:pt x="371837" y="512196"/>
                      <a:pt x="378667" y="519031"/>
                    </a:cubicBezTo>
                    <a:cubicBezTo>
                      <a:pt x="404845" y="542954"/>
                      <a:pt x="405984" y="581686"/>
                      <a:pt x="433301" y="602191"/>
                    </a:cubicBezTo>
                    <a:moveTo>
                      <a:pt x="202244" y="272969"/>
                    </a:moveTo>
                    <a:cubicBezTo>
                      <a:pt x="202244" y="280943"/>
                      <a:pt x="194277" y="282082"/>
                      <a:pt x="189724" y="285500"/>
                    </a:cubicBezTo>
                    <a:cubicBezTo>
                      <a:pt x="154439" y="288917"/>
                      <a:pt x="118017" y="268412"/>
                      <a:pt x="85009" y="286639"/>
                    </a:cubicBezTo>
                    <a:cubicBezTo>
                      <a:pt x="75903" y="292335"/>
                      <a:pt x="75903" y="303727"/>
                      <a:pt x="75903" y="312840"/>
                    </a:cubicBezTo>
                    <a:cubicBezTo>
                      <a:pt x="96391" y="348154"/>
                      <a:pt x="145334" y="354990"/>
                      <a:pt x="182895" y="350433"/>
                    </a:cubicBezTo>
                    <a:cubicBezTo>
                      <a:pt x="187447" y="350433"/>
                      <a:pt x="193138" y="353850"/>
                      <a:pt x="194277" y="358407"/>
                    </a:cubicBezTo>
                    <a:cubicBezTo>
                      <a:pt x="194277" y="366381"/>
                      <a:pt x="198829" y="374356"/>
                      <a:pt x="189724" y="380051"/>
                    </a:cubicBezTo>
                    <a:cubicBezTo>
                      <a:pt x="176065" y="386886"/>
                      <a:pt x="162407" y="384608"/>
                      <a:pt x="146472" y="385747"/>
                    </a:cubicBezTo>
                    <a:cubicBezTo>
                      <a:pt x="113464" y="388026"/>
                      <a:pt x="73626" y="399417"/>
                      <a:pt x="53139" y="367520"/>
                    </a:cubicBezTo>
                    <a:cubicBezTo>
                      <a:pt x="37204" y="310562"/>
                      <a:pt x="58830" y="252464"/>
                      <a:pt x="95253" y="210314"/>
                    </a:cubicBezTo>
                    <a:cubicBezTo>
                      <a:pt x="100944" y="201201"/>
                      <a:pt x="107773" y="188670"/>
                      <a:pt x="120293" y="184113"/>
                    </a:cubicBezTo>
                    <a:cubicBezTo>
                      <a:pt x="141919" y="210314"/>
                      <a:pt x="164683" y="229680"/>
                      <a:pt x="192000" y="250185"/>
                    </a:cubicBezTo>
                    <a:cubicBezTo>
                      <a:pt x="199968" y="254742"/>
                      <a:pt x="203382" y="263855"/>
                      <a:pt x="202244" y="272969"/>
                    </a:cubicBezTo>
                    <a:moveTo>
                      <a:pt x="316065" y="463211"/>
                    </a:moveTo>
                    <a:cubicBezTo>
                      <a:pt x="313789" y="462072"/>
                      <a:pt x="312650" y="460933"/>
                      <a:pt x="310374" y="459794"/>
                    </a:cubicBezTo>
                    <a:cubicBezTo>
                      <a:pt x="279642" y="444985"/>
                      <a:pt x="259155" y="410809"/>
                      <a:pt x="239805" y="382330"/>
                    </a:cubicBezTo>
                    <a:cubicBezTo>
                      <a:pt x="220456" y="352711"/>
                      <a:pt x="225008" y="312840"/>
                      <a:pt x="244358" y="285500"/>
                    </a:cubicBezTo>
                    <a:cubicBezTo>
                      <a:pt x="259155" y="262716"/>
                      <a:pt x="284195" y="249046"/>
                      <a:pt x="310374" y="243350"/>
                    </a:cubicBezTo>
                    <a:cubicBezTo>
                      <a:pt x="317203" y="242211"/>
                      <a:pt x="325171" y="241072"/>
                      <a:pt x="332000" y="241072"/>
                    </a:cubicBezTo>
                    <a:cubicBezTo>
                      <a:pt x="384358" y="235376"/>
                      <a:pt x="417366" y="272969"/>
                      <a:pt x="445821" y="306005"/>
                    </a:cubicBezTo>
                    <a:cubicBezTo>
                      <a:pt x="458341" y="333345"/>
                      <a:pt x="459479" y="374356"/>
                      <a:pt x="444683" y="399417"/>
                    </a:cubicBezTo>
                    <a:cubicBezTo>
                      <a:pt x="435577" y="411948"/>
                      <a:pt x="424195" y="424479"/>
                      <a:pt x="411675" y="432454"/>
                    </a:cubicBezTo>
                    <a:cubicBezTo>
                      <a:pt x="386634" y="459794"/>
                      <a:pt x="352488" y="471186"/>
                      <a:pt x="316065" y="463211"/>
                    </a:cubicBezTo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01D38C4-32DE-DD19-9E33-2D968EE66E75}"/>
                  </a:ext>
                </a:extLst>
              </p:cNvPr>
              <p:cNvSpPr/>
              <p:nvPr/>
            </p:nvSpPr>
            <p:spPr>
              <a:xfrm>
                <a:off x="11371927" y="742668"/>
                <a:ext cx="241692" cy="494783"/>
              </a:xfrm>
              <a:custGeom>
                <a:avLst/>
                <a:gdLst>
                  <a:gd name="csX0" fmla="*/ 237886 w 241692"/>
                  <a:gd name="csY0" fmla="*/ 125467 h 494783"/>
                  <a:gd name="csX1" fmla="*/ 211707 w 241692"/>
                  <a:gd name="csY1" fmla="*/ 46864 h 494783"/>
                  <a:gd name="csX2" fmla="*/ 186666 w 241692"/>
                  <a:gd name="csY2" fmla="*/ 3575 h 494783"/>
                  <a:gd name="csX3" fmla="*/ 168455 w 241692"/>
                  <a:gd name="csY3" fmla="*/ 2436 h 494783"/>
                  <a:gd name="csX4" fmla="*/ 168455 w 241692"/>
                  <a:gd name="csY4" fmla="*/ 36611 h 494783"/>
                  <a:gd name="csX5" fmla="*/ 177561 w 241692"/>
                  <a:gd name="csY5" fmla="*/ 69647 h 494783"/>
                  <a:gd name="csX6" fmla="*/ 202601 w 241692"/>
                  <a:gd name="csY6" fmla="*/ 133441 h 494783"/>
                  <a:gd name="csX7" fmla="*/ 155935 w 241692"/>
                  <a:gd name="csY7" fmla="*/ 294065 h 494783"/>
                  <a:gd name="csX8" fmla="*/ 23902 w 241692"/>
                  <a:gd name="csY8" fmla="*/ 455828 h 494783"/>
                  <a:gd name="csX9" fmla="*/ 0 w 241692"/>
                  <a:gd name="csY9" fmla="*/ 477473 h 494783"/>
                  <a:gd name="csX10" fmla="*/ 12520 w 241692"/>
                  <a:gd name="csY10" fmla="*/ 494560 h 494783"/>
                  <a:gd name="csX11" fmla="*/ 42114 w 241692"/>
                  <a:gd name="csY11" fmla="*/ 488864 h 494783"/>
                  <a:gd name="csX12" fmla="*/ 93333 w 241692"/>
                  <a:gd name="csY12" fmla="*/ 453550 h 494783"/>
                  <a:gd name="csX13" fmla="*/ 204878 w 241692"/>
                  <a:gd name="csY13" fmla="*/ 289508 h 494783"/>
                  <a:gd name="csX14" fmla="*/ 237886 w 241692"/>
                  <a:gd name="csY14" fmla="*/ 125467 h 4947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41692" h="494783">
                    <a:moveTo>
                      <a:pt x="237886" y="125467"/>
                    </a:moveTo>
                    <a:cubicBezTo>
                      <a:pt x="236748" y="95848"/>
                      <a:pt x="219674" y="73065"/>
                      <a:pt x="211707" y="46864"/>
                    </a:cubicBezTo>
                    <a:cubicBezTo>
                      <a:pt x="202601" y="34333"/>
                      <a:pt x="195772" y="17245"/>
                      <a:pt x="186666" y="3575"/>
                    </a:cubicBezTo>
                    <a:cubicBezTo>
                      <a:pt x="180975" y="-2121"/>
                      <a:pt x="175284" y="157"/>
                      <a:pt x="168455" y="2436"/>
                    </a:cubicBezTo>
                    <a:lnTo>
                      <a:pt x="168455" y="36611"/>
                    </a:lnTo>
                    <a:cubicBezTo>
                      <a:pt x="171870" y="48003"/>
                      <a:pt x="174146" y="59395"/>
                      <a:pt x="177561" y="69647"/>
                    </a:cubicBezTo>
                    <a:cubicBezTo>
                      <a:pt x="188943" y="90152"/>
                      <a:pt x="198048" y="109518"/>
                      <a:pt x="202601" y="133441"/>
                    </a:cubicBezTo>
                    <a:cubicBezTo>
                      <a:pt x="213983" y="197235"/>
                      <a:pt x="182113" y="245080"/>
                      <a:pt x="155935" y="294065"/>
                    </a:cubicBezTo>
                    <a:cubicBezTo>
                      <a:pt x="127480" y="357859"/>
                      <a:pt x="68293" y="411400"/>
                      <a:pt x="23902" y="455828"/>
                    </a:cubicBezTo>
                    <a:cubicBezTo>
                      <a:pt x="14797" y="461524"/>
                      <a:pt x="0" y="463803"/>
                      <a:pt x="0" y="477473"/>
                    </a:cubicBezTo>
                    <a:cubicBezTo>
                      <a:pt x="1138" y="486586"/>
                      <a:pt x="4553" y="490004"/>
                      <a:pt x="12520" y="494560"/>
                    </a:cubicBezTo>
                    <a:cubicBezTo>
                      <a:pt x="22764" y="495699"/>
                      <a:pt x="33008" y="492282"/>
                      <a:pt x="42114" y="488864"/>
                    </a:cubicBezTo>
                    <a:cubicBezTo>
                      <a:pt x="59187" y="476333"/>
                      <a:pt x="84228" y="476333"/>
                      <a:pt x="93333" y="453550"/>
                    </a:cubicBezTo>
                    <a:cubicBezTo>
                      <a:pt x="140000" y="407983"/>
                      <a:pt x="176422" y="347606"/>
                      <a:pt x="204878" y="289508"/>
                    </a:cubicBezTo>
                    <a:cubicBezTo>
                      <a:pt x="237886" y="241663"/>
                      <a:pt x="248130" y="184704"/>
                      <a:pt x="237886" y="125467"/>
                    </a:cubicBezTo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E630E28-D769-1187-7063-0D2954DC4694}"/>
                  </a:ext>
                </a:extLst>
              </p:cNvPr>
              <p:cNvSpPr/>
              <p:nvPr/>
            </p:nvSpPr>
            <p:spPr>
              <a:xfrm>
                <a:off x="11372742" y="566100"/>
                <a:ext cx="89141" cy="61694"/>
              </a:xfrm>
              <a:custGeom>
                <a:avLst/>
                <a:gdLst>
                  <a:gd name="csX0" fmla="*/ 26502 w 89141"/>
                  <a:gd name="csY0" fmla="*/ 58251 h 61694"/>
                  <a:gd name="csX1" fmla="*/ 87966 w 89141"/>
                  <a:gd name="csY1" fmla="*/ 51416 h 61694"/>
                  <a:gd name="csX2" fmla="*/ 81136 w 89141"/>
                  <a:gd name="csY2" fmla="*/ 24076 h 61694"/>
                  <a:gd name="csX3" fmla="*/ 15120 w 89141"/>
                  <a:gd name="csY3" fmla="*/ 2431 h 61694"/>
                  <a:gd name="csX4" fmla="*/ 324 w 89141"/>
                  <a:gd name="csY4" fmla="*/ 34328 h 61694"/>
                  <a:gd name="csX5" fmla="*/ 26502 w 89141"/>
                  <a:gd name="csY5" fmla="*/ 58251 h 616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89141" h="61694">
                    <a:moveTo>
                      <a:pt x="26502" y="58251"/>
                    </a:moveTo>
                    <a:cubicBezTo>
                      <a:pt x="45852" y="59390"/>
                      <a:pt x="76584" y="68504"/>
                      <a:pt x="87966" y="51416"/>
                    </a:cubicBezTo>
                    <a:cubicBezTo>
                      <a:pt x="91380" y="41163"/>
                      <a:pt x="86828" y="30911"/>
                      <a:pt x="81136" y="24076"/>
                    </a:cubicBezTo>
                    <a:cubicBezTo>
                      <a:pt x="58372" y="17241"/>
                      <a:pt x="43576" y="-7821"/>
                      <a:pt x="15120" y="2431"/>
                    </a:cubicBezTo>
                    <a:cubicBezTo>
                      <a:pt x="8291" y="10406"/>
                      <a:pt x="-1953" y="19519"/>
                      <a:pt x="324" y="34328"/>
                    </a:cubicBezTo>
                    <a:cubicBezTo>
                      <a:pt x="2600" y="45720"/>
                      <a:pt x="13982" y="54833"/>
                      <a:pt x="26502" y="58251"/>
                    </a:cubicBezTo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475CCE7-6B1B-B0C3-BA31-E3ED59B0F972}"/>
                </a:ext>
              </a:extLst>
            </p:cNvPr>
            <p:cNvSpPr/>
            <p:nvPr/>
          </p:nvSpPr>
          <p:spPr>
            <a:xfrm>
              <a:off x="9534858" y="544608"/>
              <a:ext cx="1338533" cy="505794"/>
            </a:xfrm>
            <a:prstGeom prst="rect">
              <a:avLst/>
            </a:prstGeom>
            <a:solidFill>
              <a:schemeClr val="tx1"/>
            </a:solidFill>
            <a:ln w="11339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grpSp>
          <p:nvGrpSpPr>
            <p:cNvPr id="70" name="Graphic 39">
              <a:extLst>
                <a:ext uri="{FF2B5EF4-FFF2-40B4-BE49-F238E27FC236}">
                  <a16:creationId xmlns:a16="http://schemas.microsoft.com/office/drawing/2014/main" id="{49B85A8D-3199-37B5-5021-57CB71642978}"/>
                </a:ext>
              </a:extLst>
            </p:cNvPr>
            <p:cNvGrpSpPr/>
            <p:nvPr/>
          </p:nvGrpSpPr>
          <p:grpSpPr>
            <a:xfrm>
              <a:off x="9637297" y="609541"/>
              <a:ext cx="1142761" cy="375928"/>
              <a:chOff x="9637297" y="609541"/>
              <a:chExt cx="1142761" cy="375928"/>
            </a:xfrm>
            <a:solidFill>
              <a:srgbClr val="FFFFFF"/>
            </a:solidFill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93EDC515-43C8-3BC4-96EB-2CEC4759C27E}"/>
                  </a:ext>
                </a:extLst>
              </p:cNvPr>
              <p:cNvSpPr/>
              <p:nvPr/>
            </p:nvSpPr>
            <p:spPr>
              <a:xfrm>
                <a:off x="9911605" y="612959"/>
                <a:ext cx="52357" cy="367954"/>
              </a:xfrm>
              <a:custGeom>
                <a:avLst/>
                <a:gdLst>
                  <a:gd name="csX0" fmla="*/ 0 w 52357"/>
                  <a:gd name="csY0" fmla="*/ 0 h 367954"/>
                  <a:gd name="csX1" fmla="*/ 52358 w 52357"/>
                  <a:gd name="csY1" fmla="*/ 0 h 367954"/>
                  <a:gd name="csX2" fmla="*/ 52358 w 52357"/>
                  <a:gd name="csY2" fmla="*/ 367954 h 367954"/>
                  <a:gd name="csX3" fmla="*/ 0 w 52357"/>
                  <a:gd name="csY3" fmla="*/ 367954 h 367954"/>
                  <a:gd name="csX4" fmla="*/ 0 w 52357"/>
                  <a:gd name="csY4" fmla="*/ 0 h 367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357" h="367954">
                    <a:moveTo>
                      <a:pt x="0" y="0"/>
                    </a:moveTo>
                    <a:lnTo>
                      <a:pt x="52358" y="0"/>
                    </a:lnTo>
                    <a:lnTo>
                      <a:pt x="52358" y="367954"/>
                    </a:lnTo>
                    <a:lnTo>
                      <a:pt x="0" y="3679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574FB7C-DB2A-F145-0BEB-03406FC4203D}"/>
                  </a:ext>
                </a:extLst>
              </p:cNvPr>
              <p:cNvSpPr/>
              <p:nvPr/>
            </p:nvSpPr>
            <p:spPr>
              <a:xfrm>
                <a:off x="10058434" y="610680"/>
                <a:ext cx="177560" cy="374789"/>
              </a:xfrm>
              <a:custGeom>
                <a:avLst/>
                <a:gdLst>
                  <a:gd name="csX0" fmla="*/ 0 w 177560"/>
                  <a:gd name="csY0" fmla="*/ 89995 h 374789"/>
                  <a:gd name="csX1" fmla="*/ 88780 w 177560"/>
                  <a:gd name="csY1" fmla="*/ 0 h 374789"/>
                  <a:gd name="csX2" fmla="*/ 177561 w 177560"/>
                  <a:gd name="csY2" fmla="*/ 89995 h 374789"/>
                  <a:gd name="csX3" fmla="*/ 177561 w 177560"/>
                  <a:gd name="csY3" fmla="*/ 284794 h 374789"/>
                  <a:gd name="csX4" fmla="*/ 88780 w 177560"/>
                  <a:gd name="csY4" fmla="*/ 374789 h 374789"/>
                  <a:gd name="csX5" fmla="*/ 0 w 177560"/>
                  <a:gd name="csY5" fmla="*/ 284794 h 374789"/>
                  <a:gd name="csX6" fmla="*/ 0 w 177560"/>
                  <a:gd name="csY6" fmla="*/ 89995 h 374789"/>
                  <a:gd name="csX7" fmla="*/ 53496 w 177560"/>
                  <a:gd name="csY7" fmla="*/ 283655 h 374789"/>
                  <a:gd name="csX8" fmla="*/ 88780 w 177560"/>
                  <a:gd name="csY8" fmla="*/ 321248 h 374789"/>
                  <a:gd name="csX9" fmla="*/ 124065 w 177560"/>
                  <a:gd name="csY9" fmla="*/ 283655 h 374789"/>
                  <a:gd name="csX10" fmla="*/ 124065 w 177560"/>
                  <a:gd name="csY10" fmla="*/ 88856 h 374789"/>
                  <a:gd name="csX11" fmla="*/ 88780 w 177560"/>
                  <a:gd name="csY11" fmla="*/ 51263 h 374789"/>
                  <a:gd name="csX12" fmla="*/ 53496 w 177560"/>
                  <a:gd name="csY12" fmla="*/ 88856 h 374789"/>
                  <a:gd name="csX13" fmla="*/ 53496 w 177560"/>
                  <a:gd name="csY13" fmla="*/ 283655 h 3747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77560" h="374789">
                    <a:moveTo>
                      <a:pt x="0" y="89995"/>
                    </a:moveTo>
                    <a:cubicBezTo>
                      <a:pt x="0" y="29619"/>
                      <a:pt x="45528" y="0"/>
                      <a:pt x="88780" y="0"/>
                    </a:cubicBezTo>
                    <a:cubicBezTo>
                      <a:pt x="132032" y="0"/>
                      <a:pt x="177561" y="29619"/>
                      <a:pt x="177561" y="89995"/>
                    </a:cubicBezTo>
                    <a:lnTo>
                      <a:pt x="177561" y="284794"/>
                    </a:lnTo>
                    <a:cubicBezTo>
                      <a:pt x="177561" y="345171"/>
                      <a:pt x="132032" y="374789"/>
                      <a:pt x="88780" y="374789"/>
                    </a:cubicBezTo>
                    <a:cubicBezTo>
                      <a:pt x="45528" y="374789"/>
                      <a:pt x="0" y="345171"/>
                      <a:pt x="0" y="284794"/>
                    </a:cubicBezTo>
                    <a:lnTo>
                      <a:pt x="0" y="89995"/>
                    </a:lnTo>
                    <a:close/>
                    <a:moveTo>
                      <a:pt x="53496" y="283655"/>
                    </a:moveTo>
                    <a:cubicBezTo>
                      <a:pt x="53496" y="308717"/>
                      <a:pt x="70569" y="321248"/>
                      <a:pt x="88780" y="321248"/>
                    </a:cubicBezTo>
                    <a:cubicBezTo>
                      <a:pt x="106992" y="321248"/>
                      <a:pt x="124065" y="309856"/>
                      <a:pt x="124065" y="283655"/>
                    </a:cubicBezTo>
                    <a:lnTo>
                      <a:pt x="124065" y="88856"/>
                    </a:lnTo>
                    <a:cubicBezTo>
                      <a:pt x="124065" y="63794"/>
                      <a:pt x="106992" y="51263"/>
                      <a:pt x="88780" y="51263"/>
                    </a:cubicBezTo>
                    <a:cubicBezTo>
                      <a:pt x="70569" y="51263"/>
                      <a:pt x="53496" y="62655"/>
                      <a:pt x="53496" y="88856"/>
                    </a:cubicBezTo>
                    <a:lnTo>
                      <a:pt x="53496" y="283655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1A3BE8C-69F8-D2F5-A68B-3E9D640F13DA}"/>
                  </a:ext>
                </a:extLst>
              </p:cNvPr>
              <p:cNvSpPr/>
              <p:nvPr/>
            </p:nvSpPr>
            <p:spPr>
              <a:xfrm>
                <a:off x="10333881" y="612959"/>
                <a:ext cx="170731" cy="371371"/>
              </a:xfrm>
              <a:custGeom>
                <a:avLst/>
                <a:gdLst>
                  <a:gd name="csX0" fmla="*/ 170731 w 170731"/>
                  <a:gd name="csY0" fmla="*/ 285934 h 371371"/>
                  <a:gd name="csX1" fmla="*/ 85366 w 170731"/>
                  <a:gd name="csY1" fmla="*/ 371372 h 371371"/>
                  <a:gd name="csX2" fmla="*/ 0 w 170731"/>
                  <a:gd name="csY2" fmla="*/ 285934 h 371371"/>
                  <a:gd name="csX3" fmla="*/ 0 w 170731"/>
                  <a:gd name="csY3" fmla="*/ 1139 h 371371"/>
                  <a:gd name="csX4" fmla="*/ 52358 w 170731"/>
                  <a:gd name="csY4" fmla="*/ 1139 h 371371"/>
                  <a:gd name="csX5" fmla="*/ 52358 w 170731"/>
                  <a:gd name="csY5" fmla="*/ 281377 h 371371"/>
                  <a:gd name="csX6" fmla="*/ 85366 w 170731"/>
                  <a:gd name="csY6" fmla="*/ 320109 h 371371"/>
                  <a:gd name="csX7" fmla="*/ 118374 w 170731"/>
                  <a:gd name="csY7" fmla="*/ 281377 h 371371"/>
                  <a:gd name="csX8" fmla="*/ 118374 w 170731"/>
                  <a:gd name="csY8" fmla="*/ 0 h 371371"/>
                  <a:gd name="csX9" fmla="*/ 170731 w 170731"/>
                  <a:gd name="csY9" fmla="*/ 0 h 371371"/>
                  <a:gd name="csX10" fmla="*/ 170731 w 170731"/>
                  <a:gd name="csY10" fmla="*/ 285934 h 3713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70731" h="371371">
                    <a:moveTo>
                      <a:pt x="170731" y="285934"/>
                    </a:moveTo>
                    <a:cubicBezTo>
                      <a:pt x="170731" y="333779"/>
                      <a:pt x="132032" y="371372"/>
                      <a:pt x="85366" y="371372"/>
                    </a:cubicBezTo>
                    <a:cubicBezTo>
                      <a:pt x="38699" y="371372"/>
                      <a:pt x="0" y="333779"/>
                      <a:pt x="0" y="285934"/>
                    </a:cubicBezTo>
                    <a:lnTo>
                      <a:pt x="0" y="1139"/>
                    </a:lnTo>
                    <a:lnTo>
                      <a:pt x="52358" y="1139"/>
                    </a:lnTo>
                    <a:lnTo>
                      <a:pt x="52358" y="281377"/>
                    </a:lnTo>
                    <a:cubicBezTo>
                      <a:pt x="52358" y="307578"/>
                      <a:pt x="66016" y="320109"/>
                      <a:pt x="85366" y="320109"/>
                    </a:cubicBezTo>
                    <a:cubicBezTo>
                      <a:pt x="103577" y="320109"/>
                      <a:pt x="118374" y="307578"/>
                      <a:pt x="118374" y="281377"/>
                    </a:cubicBezTo>
                    <a:lnTo>
                      <a:pt x="118374" y="0"/>
                    </a:lnTo>
                    <a:lnTo>
                      <a:pt x="170731" y="0"/>
                    </a:lnTo>
                    <a:lnTo>
                      <a:pt x="170731" y="285934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2DB16E36-4A2E-6A09-1448-0BF7A13EED29}"/>
                  </a:ext>
                </a:extLst>
              </p:cNvPr>
              <p:cNvSpPr/>
              <p:nvPr/>
            </p:nvSpPr>
            <p:spPr>
              <a:xfrm>
                <a:off x="10577457" y="612959"/>
                <a:ext cx="202601" cy="367954"/>
              </a:xfrm>
              <a:custGeom>
                <a:avLst/>
                <a:gdLst>
                  <a:gd name="csX0" fmla="*/ 73984 w 202601"/>
                  <a:gd name="csY0" fmla="*/ 175433 h 367954"/>
                  <a:gd name="csX1" fmla="*/ 5691 w 202601"/>
                  <a:gd name="csY1" fmla="*/ 0 h 367954"/>
                  <a:gd name="csX2" fmla="*/ 61463 w 202601"/>
                  <a:gd name="csY2" fmla="*/ 0 h 367954"/>
                  <a:gd name="csX3" fmla="*/ 101301 w 202601"/>
                  <a:gd name="csY3" fmla="*/ 109361 h 367954"/>
                  <a:gd name="csX4" fmla="*/ 141138 w 202601"/>
                  <a:gd name="csY4" fmla="*/ 0 h 367954"/>
                  <a:gd name="csX5" fmla="*/ 196910 w 202601"/>
                  <a:gd name="csY5" fmla="*/ 0 h 367954"/>
                  <a:gd name="csX6" fmla="*/ 126341 w 202601"/>
                  <a:gd name="csY6" fmla="*/ 175433 h 367954"/>
                  <a:gd name="csX7" fmla="*/ 202601 w 202601"/>
                  <a:gd name="csY7" fmla="*/ 367954 h 367954"/>
                  <a:gd name="csX8" fmla="*/ 146829 w 202601"/>
                  <a:gd name="csY8" fmla="*/ 367954 h 367954"/>
                  <a:gd name="csX9" fmla="*/ 101301 w 202601"/>
                  <a:gd name="csY9" fmla="*/ 243784 h 367954"/>
                  <a:gd name="csX10" fmla="*/ 55772 w 202601"/>
                  <a:gd name="csY10" fmla="*/ 367954 h 367954"/>
                  <a:gd name="csX11" fmla="*/ 0 w 202601"/>
                  <a:gd name="csY11" fmla="*/ 367954 h 367954"/>
                  <a:gd name="csX12" fmla="*/ 73984 w 202601"/>
                  <a:gd name="csY12" fmla="*/ 175433 h 367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02601" h="367954">
                    <a:moveTo>
                      <a:pt x="73984" y="175433"/>
                    </a:moveTo>
                    <a:lnTo>
                      <a:pt x="5691" y="0"/>
                    </a:lnTo>
                    <a:lnTo>
                      <a:pt x="61463" y="0"/>
                    </a:lnTo>
                    <a:lnTo>
                      <a:pt x="101301" y="109361"/>
                    </a:lnTo>
                    <a:lnTo>
                      <a:pt x="141138" y="0"/>
                    </a:lnTo>
                    <a:lnTo>
                      <a:pt x="196910" y="0"/>
                    </a:lnTo>
                    <a:lnTo>
                      <a:pt x="126341" y="175433"/>
                    </a:lnTo>
                    <a:lnTo>
                      <a:pt x="202601" y="367954"/>
                    </a:lnTo>
                    <a:lnTo>
                      <a:pt x="146829" y="367954"/>
                    </a:lnTo>
                    <a:lnTo>
                      <a:pt x="101301" y="243784"/>
                    </a:lnTo>
                    <a:lnTo>
                      <a:pt x="55772" y="367954"/>
                    </a:lnTo>
                    <a:lnTo>
                      <a:pt x="0" y="367954"/>
                    </a:lnTo>
                    <a:lnTo>
                      <a:pt x="73984" y="175433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BCE63C9-BDCD-C683-5969-7B98842FCC2C}"/>
                  </a:ext>
                </a:extLst>
              </p:cNvPr>
              <p:cNvSpPr/>
              <p:nvPr/>
            </p:nvSpPr>
            <p:spPr>
              <a:xfrm>
                <a:off x="9637297" y="609541"/>
                <a:ext cx="180975" cy="374789"/>
              </a:xfrm>
              <a:custGeom>
                <a:avLst/>
                <a:gdLst>
                  <a:gd name="csX0" fmla="*/ 125203 w 180975"/>
                  <a:gd name="csY0" fmla="*/ 166320 h 374789"/>
                  <a:gd name="csX1" fmla="*/ 85366 w 180975"/>
                  <a:gd name="csY1" fmla="*/ 150371 h 374789"/>
                  <a:gd name="csX2" fmla="*/ 55772 w 180975"/>
                  <a:gd name="csY2" fmla="*/ 101387 h 374789"/>
                  <a:gd name="csX3" fmla="*/ 91057 w 180975"/>
                  <a:gd name="csY3" fmla="*/ 53541 h 374789"/>
                  <a:gd name="csX4" fmla="*/ 128618 w 180975"/>
                  <a:gd name="csY4" fmla="*/ 97969 h 374789"/>
                  <a:gd name="csX5" fmla="*/ 128618 w 180975"/>
                  <a:gd name="csY5" fmla="*/ 109361 h 374789"/>
                  <a:gd name="csX6" fmla="*/ 180975 w 180975"/>
                  <a:gd name="csY6" fmla="*/ 100248 h 374789"/>
                  <a:gd name="csX7" fmla="*/ 180975 w 180975"/>
                  <a:gd name="csY7" fmla="*/ 83160 h 374789"/>
                  <a:gd name="csX8" fmla="*/ 93333 w 180975"/>
                  <a:gd name="csY8" fmla="*/ 0 h 374789"/>
                  <a:gd name="csX9" fmla="*/ 3415 w 180975"/>
                  <a:gd name="csY9" fmla="*/ 100248 h 374789"/>
                  <a:gd name="csX10" fmla="*/ 60325 w 180975"/>
                  <a:gd name="csY10" fmla="*/ 194799 h 374789"/>
                  <a:gd name="csX11" fmla="*/ 97886 w 180975"/>
                  <a:gd name="csY11" fmla="*/ 210748 h 374789"/>
                  <a:gd name="csX12" fmla="*/ 128618 w 180975"/>
                  <a:gd name="csY12" fmla="*/ 266568 h 374789"/>
                  <a:gd name="csX13" fmla="*/ 89919 w 180975"/>
                  <a:gd name="csY13" fmla="*/ 321248 h 374789"/>
                  <a:gd name="csX14" fmla="*/ 52358 w 180975"/>
                  <a:gd name="csY14" fmla="*/ 283655 h 374789"/>
                  <a:gd name="csX15" fmla="*/ 52358 w 180975"/>
                  <a:gd name="csY15" fmla="*/ 267707 h 374789"/>
                  <a:gd name="csX16" fmla="*/ 0 w 180975"/>
                  <a:gd name="csY16" fmla="*/ 276820 h 374789"/>
                  <a:gd name="csX17" fmla="*/ 0 w 180975"/>
                  <a:gd name="csY17" fmla="*/ 287073 h 374789"/>
                  <a:gd name="csX18" fmla="*/ 89919 w 180975"/>
                  <a:gd name="csY18" fmla="*/ 374789 h 374789"/>
                  <a:gd name="csX19" fmla="*/ 180975 w 180975"/>
                  <a:gd name="csY19" fmla="*/ 266568 h 374789"/>
                  <a:gd name="csX20" fmla="*/ 125203 w 180975"/>
                  <a:gd name="csY20" fmla="*/ 166320 h 3747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180975" h="374789">
                    <a:moveTo>
                      <a:pt x="125203" y="166320"/>
                    </a:moveTo>
                    <a:lnTo>
                      <a:pt x="85366" y="150371"/>
                    </a:lnTo>
                    <a:cubicBezTo>
                      <a:pt x="58049" y="138980"/>
                      <a:pt x="55772" y="129866"/>
                      <a:pt x="55772" y="101387"/>
                    </a:cubicBezTo>
                    <a:cubicBezTo>
                      <a:pt x="55772" y="77464"/>
                      <a:pt x="62601" y="53541"/>
                      <a:pt x="91057" y="53541"/>
                    </a:cubicBezTo>
                    <a:cubicBezTo>
                      <a:pt x="118374" y="53541"/>
                      <a:pt x="128618" y="74047"/>
                      <a:pt x="128618" y="97969"/>
                    </a:cubicBezTo>
                    <a:lnTo>
                      <a:pt x="128618" y="109361"/>
                    </a:lnTo>
                    <a:lnTo>
                      <a:pt x="180975" y="100248"/>
                    </a:lnTo>
                    <a:lnTo>
                      <a:pt x="180975" y="83160"/>
                    </a:lnTo>
                    <a:cubicBezTo>
                      <a:pt x="180975" y="42150"/>
                      <a:pt x="145691" y="0"/>
                      <a:pt x="93333" y="0"/>
                    </a:cubicBezTo>
                    <a:cubicBezTo>
                      <a:pt x="33008" y="0"/>
                      <a:pt x="3415" y="44428"/>
                      <a:pt x="3415" y="100248"/>
                    </a:cubicBezTo>
                    <a:cubicBezTo>
                      <a:pt x="3415" y="145815"/>
                      <a:pt x="14797" y="176572"/>
                      <a:pt x="60325" y="194799"/>
                    </a:cubicBezTo>
                    <a:lnTo>
                      <a:pt x="97886" y="210748"/>
                    </a:lnTo>
                    <a:cubicBezTo>
                      <a:pt x="124065" y="221000"/>
                      <a:pt x="128618" y="227835"/>
                      <a:pt x="128618" y="266568"/>
                    </a:cubicBezTo>
                    <a:cubicBezTo>
                      <a:pt x="128618" y="299604"/>
                      <a:pt x="126341" y="321248"/>
                      <a:pt x="89919" y="321248"/>
                    </a:cubicBezTo>
                    <a:cubicBezTo>
                      <a:pt x="62601" y="321248"/>
                      <a:pt x="52358" y="303021"/>
                      <a:pt x="52358" y="283655"/>
                    </a:cubicBezTo>
                    <a:lnTo>
                      <a:pt x="52358" y="267707"/>
                    </a:lnTo>
                    <a:lnTo>
                      <a:pt x="0" y="276820"/>
                    </a:lnTo>
                    <a:lnTo>
                      <a:pt x="0" y="287073"/>
                    </a:lnTo>
                    <a:cubicBezTo>
                      <a:pt x="0" y="337197"/>
                      <a:pt x="38699" y="374789"/>
                      <a:pt x="89919" y="374789"/>
                    </a:cubicBezTo>
                    <a:cubicBezTo>
                      <a:pt x="158211" y="374789"/>
                      <a:pt x="180975" y="329222"/>
                      <a:pt x="180975" y="266568"/>
                    </a:cubicBezTo>
                    <a:cubicBezTo>
                      <a:pt x="179837" y="213026"/>
                      <a:pt x="170731" y="183408"/>
                      <a:pt x="125203" y="166320"/>
                    </a:cubicBez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</p:grp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663EC80E-A22B-9364-9B98-CE7032787FD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0559" y="4875198"/>
            <a:ext cx="328676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551" b="1" cap="all" baseline="0">
                <a:solidFill>
                  <a:schemeClr val="tx1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Name </a:t>
            </a:r>
            <a:endParaRPr lang="nl-NL" dirty="0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23B57581-D3F7-C29B-4E64-B8CBA6BB6BB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0559" y="5274484"/>
            <a:ext cx="328676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chemeClr val="tx1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Website</a:t>
            </a:r>
            <a:endParaRPr lang="nl-NL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B3A69A7-0949-DEE4-2B02-0DA3714EE0F0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4692073" y="0"/>
            <a:ext cx="7499928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1DEAB-D897-F81C-886C-8CA71546BD7B}"/>
              </a:ext>
            </a:extLst>
          </p:cNvPr>
          <p:cNvSpPr txBox="1"/>
          <p:nvPr userDrawn="1"/>
        </p:nvSpPr>
        <p:spPr>
          <a:xfrm>
            <a:off x="630558" y="2461929"/>
            <a:ext cx="3606161" cy="21729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WE bring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High-tech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To </a:t>
            </a:r>
            <a:r>
              <a:rPr lang="en-US" sz="6000" b="1" cap="all" baseline="0" dirty="0">
                <a:solidFill>
                  <a:srgbClr val="F04A03"/>
                </a:solidFill>
                <a:latin typeface="+mj-lt"/>
              </a:rPr>
              <a:t>life</a:t>
            </a:r>
            <a:endParaRPr lang="en-GB" sz="6000" b="1" cap="all" baseline="0" dirty="0">
              <a:solidFill>
                <a:srgbClr val="F04A03"/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C6F06B-2EAC-F7FD-4864-EE273406B7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647" y="4131108"/>
            <a:ext cx="1043976" cy="40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37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theme" Target="../theme/theme1.xml"/><Relationship Id="rId56" Type="http://schemas.openxmlformats.org/officeDocument/2006/relationships/tags" Target="../tags/tag1.xml"/><Relationship Id="rId57" Type="http://schemas.openxmlformats.org/officeDocument/2006/relationships/oleObject" Target="../embeddings/oleObject1.bin"/><Relationship Id="rId5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2F15C9F-72A9-D567-F526-A3A0B85FC2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6"/>
            </p:custDataLst>
            <p:extLst>
              <p:ext uri="{D42A27DB-BD31-4B8C-83A1-F6EECF244321}">
                <p14:modId xmlns:p14="http://schemas.microsoft.com/office/powerpoint/2010/main" val="1994759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7" imgW="347" imgH="348" progId="TCLayout.ActiveDocument.1">
                  <p:embed/>
                </p:oleObj>
              </mc:Choice>
              <mc:Fallback>
                <p:oleObj name="think-cell Slide" r:id="rId57" imgW="347" imgH="34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F15C9F-72A9-D567-F526-A3A0B85FC2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BBDF13-2E09-8B64-77AF-DCA4AFC5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4D71A-091B-A4A4-176B-FFB3C8988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02FA2-8E4A-B75D-BBE7-6EF0A0671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4A3BB-C560-87B2-F4E7-C50A3899B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nl-NL"/>
              <a:t>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155A6-CCA7-D479-D741-B20D3FDF3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374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7" r:id="rId2"/>
    <p:sldLayoutId id="2147483769" r:id="rId3"/>
    <p:sldLayoutId id="2147483770" r:id="rId4"/>
    <p:sldLayoutId id="2147483806" r:id="rId5"/>
    <p:sldLayoutId id="2147483771" r:id="rId6"/>
    <p:sldLayoutId id="2147483672" r:id="rId7"/>
    <p:sldLayoutId id="2147483772" r:id="rId8"/>
    <p:sldLayoutId id="2147483773" r:id="rId9"/>
    <p:sldLayoutId id="2147483774" r:id="rId10"/>
    <p:sldLayoutId id="2147483675" r:id="rId11"/>
    <p:sldLayoutId id="2147483717" r:id="rId12"/>
    <p:sldLayoutId id="2147483775" r:id="rId13"/>
    <p:sldLayoutId id="2147483723" r:id="rId14"/>
    <p:sldLayoutId id="2147483776" r:id="rId15"/>
    <p:sldLayoutId id="2147483722" r:id="rId16"/>
    <p:sldLayoutId id="2147483720" r:id="rId17"/>
    <p:sldLayoutId id="2147483713" r:id="rId18"/>
    <p:sldLayoutId id="2147483715" r:id="rId19"/>
    <p:sldLayoutId id="2147483714" r:id="rId20"/>
    <p:sldLayoutId id="2147483716" r:id="rId21"/>
    <p:sldLayoutId id="2147483777" r:id="rId22"/>
    <p:sldLayoutId id="2147483778" r:id="rId23"/>
    <p:sldLayoutId id="2147483779" r:id="rId24"/>
    <p:sldLayoutId id="2147483780" r:id="rId25"/>
    <p:sldLayoutId id="2147483781" r:id="rId26"/>
    <p:sldLayoutId id="2147483782" r:id="rId27"/>
    <p:sldLayoutId id="2147483783" r:id="rId28"/>
    <p:sldLayoutId id="2147483784" r:id="rId29"/>
    <p:sldLayoutId id="2147483785" r:id="rId30"/>
    <p:sldLayoutId id="2147483786" r:id="rId31"/>
    <p:sldLayoutId id="2147483719" r:id="rId32"/>
    <p:sldLayoutId id="2147483787" r:id="rId33"/>
    <p:sldLayoutId id="2147483788" r:id="rId34"/>
    <p:sldLayoutId id="2147483789" r:id="rId35"/>
    <p:sldLayoutId id="2147483790" r:id="rId36"/>
    <p:sldLayoutId id="2147483791" r:id="rId37"/>
    <p:sldLayoutId id="2147483792" r:id="rId38"/>
    <p:sldLayoutId id="2147483793" r:id="rId39"/>
    <p:sldLayoutId id="2147483728" r:id="rId40"/>
    <p:sldLayoutId id="2147483794" r:id="rId41"/>
    <p:sldLayoutId id="2147483795" r:id="rId42"/>
    <p:sldLayoutId id="2147483796" r:id="rId43"/>
    <p:sldLayoutId id="2147483797" r:id="rId44"/>
    <p:sldLayoutId id="2147483798" r:id="rId45"/>
    <p:sldLayoutId id="2147483799" r:id="rId46"/>
    <p:sldLayoutId id="2147483800" r:id="rId47"/>
    <p:sldLayoutId id="2147483801" r:id="rId48"/>
    <p:sldLayoutId id="2147483802" r:id="rId49"/>
    <p:sldLayoutId id="2147483803" r:id="rId50"/>
    <p:sldLayoutId id="2147483729" r:id="rId51"/>
    <p:sldLayoutId id="2147483804" r:id="rId52"/>
    <p:sldLayoutId id="2147483805" r:id="rId53"/>
    <p:sldLayoutId id="2147483730" r:id="rId5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04A03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Building an AI agent from scratch to understand what's inside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53" sz="quarter"/>
          </p:nvPr>
        </p:nvSpPr>
        <p:spPr/>
        <p:txBody>
          <a:bodyPr/>
          <a:lstStyle/>
          <a:p>
            <a:r>
              <a:t>Anatomy of an AI Agent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57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use AI coding tools every day...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Cursor, Claude Code, Copilot, Devin — what's actually inside?</a:t>
            </a:r>
          </a:p>
          <a:p>
            <a:pPr>
              <a:defRPr sz="1600"/>
            </a:pPr>
            <a:r>
              <a:t>They read your files, edit code, run tests, search the web</a:t>
            </a:r>
          </a:p>
          <a:p>
            <a:pPr>
              <a:defRPr sz="1600"/>
            </a:pPr>
            <a:r>
              <a:t>Is this magic?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By the end of this session, you'll know exactly how they work.</a:t>
            </a:r>
          </a:p>
          <a:p>
            <a:pPr>
              <a:defRPr sz="1600"/>
            </a:pPr>
            <a:r>
              <a:t>Because we're going to build one. From scratch. In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Stage 1  —  The Brain (LLM)</a:t>
            </a:r>
          </a:p>
          <a:p>
            <a:pPr>
              <a:defRPr sz="1600"/>
            </a:pPr>
            <a:r>
              <a:t>Stage 2  —  The Agent Loop</a:t>
            </a:r>
          </a:p>
          <a:p>
            <a:pPr>
              <a:defRPr sz="1600"/>
            </a:pPr>
            <a:r>
              <a:t>Stage 3  —  The Tools</a:t>
            </a:r>
          </a:p>
          <a:p>
            <a:pPr>
              <a:defRPr sz="1600"/>
            </a:pPr>
            <a:r>
              <a:t>Stage 4  —  Extending Capabilities (MCP)</a:t>
            </a:r>
          </a:p>
          <a:p>
            <a:pPr>
              <a:defRPr sz="1600"/>
            </a:pPr>
            <a:r>
              <a:t>Stage 5  —  Memory</a:t>
            </a:r>
          </a:p>
          <a:p>
            <a:pPr>
              <a:defRPr sz="1600"/>
            </a:pPr>
            <a:r>
              <a:t>The Full Picture</a:t>
            </a:r>
          </a:p>
          <a:p>
            <a:pPr>
              <a:defRPr sz="1600"/>
            </a:pPr>
            <a:r>
              <a:t>Should You Build an Agent?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 — The Brain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LLM is the brain of the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An LLM (Large Language Model) is a text-in, text-out API</a:t>
            </a:r>
          </a:p>
          <a:p>
            <a:pPr>
              <a:defRPr sz="1600"/>
            </a:pPr>
            <a:r>
              <a:t>You send it text, it sends back text. Nothing more.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It CANNOT:</a:t>
            </a:r>
          </a:p>
          <a:p>
            <a:pPr lvl="1">
              <a:defRPr sz="1600"/>
            </a:pPr>
            <a:r>
              <a:t>Search the web</a:t>
            </a:r>
          </a:p>
          <a:p>
            <a:pPr lvl="1">
              <a:defRPr sz="1600"/>
            </a:pPr>
            <a:r>
              <a:t>Read or write files</a:t>
            </a:r>
          </a:p>
          <a:p>
            <a:pPr lvl="1">
              <a:defRPr sz="1600"/>
            </a:pPr>
            <a:r>
              <a:t>Run code</a:t>
            </a:r>
          </a:p>
          <a:p>
            <a:pPr lvl="1">
              <a:defRPr sz="1600"/>
            </a:pPr>
            <a:r>
              <a:t>Remember previous conversations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 brain in a jar — it can think, but has no hands, no eyes, no memory.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You ask: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LLM responds: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Brain — How it works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defRPr sz="1400"/>
            </a:pPr>
            <a:r>
              <a:t>"What files are in /src?"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You send a message to the LLM API</a:t>
            </a:r>
          </a:p>
          <a:p>
            <a:pPr>
              <a:defRPr sz="1400"/>
            </a:pPr>
            <a:r>
              <a:t>Just an HTTP request with JSON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1" sz="quarter"/>
          </p:nvPr>
        </p:nvSpPr>
        <p:spPr/>
        <p:txBody>
          <a:bodyPr/>
          <a:lstStyle/>
          <a:p>
            <a:pPr>
              <a:defRPr sz="1400"/>
            </a:pPr>
            <a:r>
              <a:t>"I don't know, I can't look at your files."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It can only generate text based on training</a:t>
            </a:r>
          </a:p>
          <a:p>
            <a:pPr>
              <a:defRPr sz="1400"/>
            </a:pPr>
            <a:r>
              <a:t>It has NO access to the outside world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stage1_llm.py —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The simplest possible AI application: a chatbot</a:t>
            </a:r>
          </a:p>
          <a:p>
            <a:pPr>
              <a:defRPr sz="1600"/>
            </a:pPr>
            <a:r>
              <a:t>Sends a user message to the LLM, prints the response</a:t>
            </a:r>
          </a:p>
          <a:p>
            <a:pPr>
              <a:defRPr sz="1600"/>
            </a:pPr>
            <a:r>
              <a:t>No tools. No loop. No memory.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Live demo:</a:t>
            </a:r>
          </a:p>
          <a:p>
            <a:pPr lvl="1">
              <a:defRPr sz="1600"/>
            </a:pPr>
            <a:r>
              <a:t>Ask "What files are in this directory?"</a:t>
            </a:r>
          </a:p>
          <a:p>
            <a:pPr lvl="1">
              <a:defRPr sz="1600"/>
            </a:pPr>
            <a:r>
              <a:t>Watch it guess (or admit it can't)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Facts: The 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Claude Opus: ~$15/M input tokens, ~$75/M output tokens</a:t>
            </a:r>
          </a:p>
          <a:p>
            <a:pPr>
              <a:defRPr sz="1600"/>
            </a:pPr>
            <a:r>
              <a:t>Every message to the brain has a price tag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GPT-4o, Gemini, Claude — different brains, same interface</a:t>
            </a:r>
          </a:p>
          <a:p>
            <a:pPr>
              <a:defRPr sz="1600"/>
            </a:pPr>
            <a:r>
              <a:t>Claude Code uses Claude. Cursor lets you pick. The brain is swappable.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Claude Code's system prompt is ~12,000 tokens</a:t>
            </a:r>
          </a:p>
          <a:p>
            <a:pPr>
              <a:defRPr sz="1600"/>
            </a:pPr>
            <a:r>
              <a:t>Before you even type, the brain has read a small novel of instructions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LLM by itself is a chatbot.</a:t>
            </a:r>
          </a:p>
          <a:p>
            <a:r>
              <a:t>To make it an agent, it needs a body.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— The Agent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 loop turns a chatbot into 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Stage 1:  User  →  LLM  →  Response.  One shot. Done.</a:t>
            </a:r>
          </a:p>
          <a:p>
            <a:pPr>
              <a:defRPr sz="1600"/>
            </a:pPr>
            <a:r>
              <a:t>Stage 2:  User  →  LLM  →  Tool  →  LLM  →  Tool  →  ...  →  Done.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LLM can now CALL TOOLS, and we LOOP until it's done.</a:t>
            </a:r>
          </a:p>
          <a:p>
            <a:pPr>
              <a:defRPr sz="1600"/>
            </a:pPr>
            <a:r>
              <a:t>That loop is literally a while loop. That's the entire secret.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 Loop —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1.  Send messages to the LLM</a:t>
            </a:r>
          </a:p>
          <a:p>
            <a:pPr>
              <a:defRPr sz="1600"/>
            </a:pPr>
            <a:r>
              <a:t>2.  LLM responds — does it want to call a tool?</a:t>
            </a:r>
          </a:p>
          <a:p>
            <a:pPr lvl="1">
              <a:defRPr sz="1600"/>
            </a:pPr>
            <a:r>
              <a:t>      YES → Execute the tool, add result to messages, go to step 1</a:t>
            </a:r>
          </a:p>
          <a:p>
            <a:pPr lvl="1">
              <a:defRPr sz="1600"/>
            </a:pPr>
            <a:r>
              <a:t>      NO  → We're done. Show the text response to the user.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That's it. The entire 'agent' concept is this loop.</a:t>
            </a:r>
          </a:p>
          <a:p>
            <a:pPr>
              <a:defRPr sz="1600"/>
            </a:pPr>
            <a:r>
              <a:t>Everything else is what you plug INTO this loop.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stage2_agent_loop.py —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Added a while loop + 2 inline tools (web_search, read_file)</a:t>
            </a:r>
          </a:p>
          <a:p>
            <a:pPr>
              <a:defRPr sz="1600"/>
            </a:pPr>
            <a:r>
              <a:t>The loop: ~10 lines of Python</a:t>
            </a:r>
          </a:p>
          <a:p>
            <a:pPr>
              <a:defRPr sz="1600"/>
            </a:pPr>
            <a:r>
              <a:t>Stop condition: LLM returns text without tool calls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Live demo:</a:t>
            </a:r>
          </a:p>
          <a:p>
            <a:pPr lvl="1">
              <a:defRPr sz="1600"/>
            </a:pPr>
            <a:r>
              <a:t>Ask something that requires a tool</a:t>
            </a:r>
          </a:p>
          <a:p>
            <a:pPr lvl="1">
              <a:defRPr sz="1600"/>
            </a:pPr>
            <a:r>
              <a:t>Watch the colored terminal output — see the loop iterate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Facts: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Claude Code — same loop: call Claude → check tool calls → execute → repeat</a:t>
            </a:r>
          </a:p>
          <a:p>
            <a:pPr>
              <a:defRPr sz="1600"/>
            </a:pPr>
            <a:r>
              <a:t>Cursor — batches multiple tool calls in parallel</a:t>
            </a:r>
          </a:p>
          <a:p>
            <a:pPr>
              <a:defRPr sz="1600"/>
            </a:pPr>
            <a:r>
              <a:t>Devin — adds a planning step before each loop iteration</a:t>
            </a:r>
          </a:p>
          <a:p>
            <a:pPr>
              <a:defRPr sz="1600"/>
            </a:pPr>
            <a:r>
              <a:t>ChatGPT — chain-of-thought happens inside the brain, loop is the same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 single prompt in Claude Code can trigger 50+ loop iterations</a:t>
            </a:r>
          </a:p>
          <a:p>
            <a:pPr>
              <a:defRPr sz="1600"/>
            </a:pPr>
            <a:r>
              <a:t>One prompt → dozens of file reads, edits, grep searches, bash commands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= LLM + Loop.</a:t>
            </a:r>
          </a:p>
          <a:p>
            <a:r>
              <a:t>Everything else is plugging things into this loop.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 — The Tools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are the agent's hands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The LLM doesn't execute anything</a:t>
            </a:r>
          </a:p>
          <a:p>
            <a:pPr>
              <a:defRPr sz="1600"/>
            </a:pPr>
            <a:r>
              <a:t>It ASKS us to execute, and we do it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How a tool call works:</a:t>
            </a:r>
          </a:p>
          <a:p>
            <a:pPr lvl="1">
              <a:defRPr sz="1600"/>
            </a:pPr>
            <a:r>
              <a:t>LLM says: { "tool": "read_file", "args": { "path": "main.py" } }</a:t>
            </a:r>
          </a:p>
          <a:p>
            <a:pPr lvl="1">
              <a:defRPr sz="1600"/>
            </a:pPr>
            <a:r>
              <a:t>Our code: result = open("main.py").read()</a:t>
            </a:r>
          </a:p>
          <a:p>
            <a:pPr lvl="1">
              <a:defRPr sz="1600"/>
            </a:pPr>
            <a:r>
              <a:t>We feed the result back to the LLM</a:t>
            </a:r>
          </a:p>
          <a:p>
            <a:pPr lvl="1">
              <a:defRPr sz="1600"/>
            </a:pPr>
            <a:r>
              <a:t>The LLM continues with that new information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Registry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Dispatcher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3-Part Tool Pattern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defRPr sz="1300"/>
            </a:pPr>
            <a:r>
              <a:t>JSON description of each tool</a:t>
            </a:r>
          </a:p>
          <a:p>
            <a:pPr>
              <a:defRPr sz="1300"/>
            </a:pPr>
            <a:r>
              <a:t>Name, parameters, types</a:t>
            </a:r>
          </a:p>
          <a:p>
            <a:pPr>
              <a:defRPr sz="1300"/>
            </a:pPr>
            <a:r>
              <a:t>Sent to LLM so it knows what's available</a:t>
            </a:r>
          </a:p>
          <a:p>
            <a:pPr>
              <a:defRPr sz="1300"/>
            </a:pPr>
            <a:r>
              <a:t>Like a menu at a restaurant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21" sz="quarter"/>
          </p:nvPr>
        </p:nvSpPr>
        <p:spPr/>
        <p:txBody>
          <a:bodyPr/>
          <a:lstStyle/>
          <a:p>
            <a:pPr>
              <a:defRPr sz="1300"/>
            </a:pPr>
            <a:r>
              <a:t>Lookup table</a:t>
            </a:r>
          </a:p>
          <a:p>
            <a:pPr>
              <a:defRPr sz="1300"/>
            </a:pPr>
            <a:r>
              <a:t>Maps tool names to functions</a:t>
            </a:r>
          </a:p>
          <a:p>
            <a:pPr>
              <a:defRPr sz="1300"/>
            </a:pPr>
            <a:r>
              <a:t>{"read_file": read_file_fn}</a:t>
            </a:r>
          </a:p>
          <a:p>
            <a:pPr>
              <a:defRPr sz="1300"/>
            </a:pPr>
            <a:r>
              <a:t>Simple dictionary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22" sz="quarter"/>
          </p:nvPr>
        </p:nvSpPr>
        <p:spPr/>
        <p:txBody>
          <a:bodyPr/>
          <a:lstStyle/>
          <a:p>
            <a:pPr>
              <a:defRPr sz="1300"/>
            </a:pPr>
            <a:r>
              <a:t>Receives tool call from LLM</a:t>
            </a:r>
          </a:p>
          <a:p>
            <a:pPr>
              <a:defRPr sz="1300"/>
            </a:pPr>
            <a:r>
              <a:t>Finds the function in registry</a:t>
            </a:r>
          </a:p>
          <a:p>
            <a:pPr>
              <a:defRPr sz="1300"/>
            </a:pPr>
            <a:r>
              <a:t>Executes it with the arguments</a:t>
            </a:r>
          </a:p>
          <a:p>
            <a:pPr>
              <a:defRPr sz="1300"/>
            </a:pPr>
            <a:r>
              <a:t>Returns result to the loop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stage3_agent_tools.py —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7 tools in a separate tools.py module</a:t>
            </a:r>
          </a:p>
          <a:p>
            <a:pPr>
              <a:defRPr sz="1600"/>
            </a:pPr>
            <a:r>
              <a:t>read_file, write_file, list_files, web_search, fetch_webpage, run_bash, run_background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agent loop is UNCHANGED from Stage 2</a:t>
            </a:r>
          </a:p>
          <a:p>
            <a:pPr>
              <a:defRPr sz="1600"/>
            </a:pPr>
            <a:r>
              <a:t>Same while loop, same stop condition</a:t>
            </a:r>
          </a:p>
          <a:p>
            <a:pPr>
              <a:defRPr sz="1600"/>
            </a:pPr>
            <a:r>
              <a:t>Only the toolbox grew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Real-World: Claude Code's Actual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Read — Read files (like cat but smarter)</a:t>
            </a:r>
          </a:p>
          <a:p>
            <a:pPr>
              <a:defRPr sz="1600"/>
            </a:pPr>
            <a:r>
              <a:t>Edit — Surgical string replacement in files</a:t>
            </a:r>
          </a:p>
          <a:p>
            <a:pPr>
              <a:defRPr sz="1600"/>
            </a:pPr>
            <a:r>
              <a:t>Write — Create or overwrite files</a:t>
            </a:r>
          </a:p>
          <a:p>
            <a:pPr>
              <a:defRPr sz="1600"/>
            </a:pPr>
            <a:r>
              <a:t>Bash — Run any shell command</a:t>
            </a:r>
          </a:p>
          <a:p>
            <a:pPr>
              <a:defRPr sz="1600"/>
            </a:pPr>
            <a:r>
              <a:t>Grep — Search file contents (ripgrep)</a:t>
            </a:r>
          </a:p>
          <a:p>
            <a:pPr>
              <a:defRPr sz="1600"/>
            </a:pPr>
            <a:r>
              <a:t>Glob — Find files by pattern</a:t>
            </a:r>
          </a:p>
          <a:p>
            <a:pPr>
              <a:defRPr sz="1600"/>
            </a:pPr>
            <a:r>
              <a:t>Agent — Spawn a sub-agent (agent inside an agent!)</a:t>
            </a:r>
          </a:p>
          <a:p>
            <a:pPr>
              <a:defRPr sz="1600"/>
            </a:pPr>
            <a:r>
              <a:t>WebSearch / WebFetch — Search and fetch from the web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Interesting Facts: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Claude Code has a permission system on tools</a:t>
            </a:r>
          </a:p>
          <a:p>
            <a:pPr>
              <a:defRPr sz="1600"/>
            </a:pPr>
            <a:r>
              <a:t>Read runs freely. Bash and Write ask you first.</a:t>
            </a:r>
          </a:p>
          <a:p>
            <a:pPr>
              <a:defRPr sz="1600"/>
            </a:pPr>
            <a:r>
              <a:t>The loop doesn't change — the tool harness adds a confirmation step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Cursor's tools include apply_diff — generates a diff, tool applies it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LLM never sees your file system directly</a:t>
            </a:r>
          </a:p>
          <a:p>
            <a:pPr>
              <a:defRPr sz="1600"/>
            </a:pPr>
            <a:r>
              <a:t>It only sees what tools RETURN. If read_file lies, the LLM believes it.</a:t>
            </a:r>
          </a:p>
          <a:p>
            <a:pPr>
              <a:defRPr sz="1600"/>
            </a:pPr>
            <a:r>
              <a:t>Tools are the agent's only window to reality.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tools = more capable agent.</a:t>
            </a:r>
          </a:p>
          <a:p>
            <a:r>
              <a:t>But the loop is still the same.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 — Extending Capabilities (MCP)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if tools didn't have to be hardcoded?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Stage 3: Tools are defined in tools.py — hardcoded at build time</a:t>
            </a:r>
          </a:p>
          <a:p>
            <a:pPr>
              <a:defRPr sz="1600"/>
            </a:pPr>
            <a:r>
              <a:t>Stage 4: Tools are discovered from an MCP server at runtime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MCP = Model Context Protocol</a:t>
            </a:r>
          </a:p>
          <a:p>
            <a:pPr>
              <a:defRPr sz="1600"/>
            </a:pPr>
            <a:r>
              <a:t>Created by Anthropic, open-sourced late 2024</a:t>
            </a:r>
          </a:p>
          <a:p>
            <a:pPr>
              <a:defRPr sz="1600"/>
            </a:pPr>
            <a:r>
              <a:t>Becoming the industry standard for AI tool connectivity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Before (Stage 3) — Hardcoded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After (Stage 4) — Discovered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vs After MCP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defRPr sz="1400"/>
            </a:pPr>
            <a:r>
              <a:t>Tools baked into the agent code</a:t>
            </a:r>
          </a:p>
          <a:p>
            <a:pPr>
              <a:defRPr sz="1400"/>
            </a:pPr>
            <a:r>
              <a:t>read_file, write_file, web_search...</a:t>
            </a:r>
          </a:p>
          <a:p>
            <a:pPr>
              <a:defRPr sz="1400"/>
            </a:pPr>
            <a:r>
              <a:t>Adding a tool = changing agent code</a:t>
            </a:r>
          </a:p>
          <a:p>
            <a:pPr>
              <a:defRPr sz="1400"/>
            </a:pPr>
            <a:r>
              <a:t>Every agent rebuilds the same tools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1" sz="quarter"/>
          </p:nvPr>
        </p:nvSpPr>
        <p:spPr/>
        <p:txBody>
          <a:bodyPr/>
          <a:lstStyle/>
          <a:p>
            <a:pPr>
              <a:defRPr sz="1400"/>
            </a:pPr>
            <a:r>
              <a:t>Agent asks: 'What tools do you have?'</a:t>
            </a:r>
          </a:p>
          <a:p>
            <a:pPr>
              <a:defRPr sz="1400"/>
            </a:pPr>
            <a:r>
              <a:t>MCP server responds with tool list</a:t>
            </a:r>
          </a:p>
          <a:p>
            <a:pPr>
              <a:defRPr sz="1400"/>
            </a:pPr>
            <a:r>
              <a:t>search_issues, create_ticket, get_board...</a:t>
            </a:r>
          </a:p>
          <a:p>
            <a:pPr>
              <a:defRPr sz="1400"/>
            </a:pPr>
            <a:r>
              <a:t>Agent uses them — no code changes needed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= USB-C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Plug in a server → get new tools</a:t>
            </a:r>
          </a:p>
          <a:p>
            <a:pPr>
              <a:defRPr sz="1600"/>
            </a:pPr>
            <a:r>
              <a:t>Unplug it → tools disappear</a:t>
            </a:r>
          </a:p>
          <a:p>
            <a:pPr>
              <a:defRPr sz="1600"/>
            </a:pPr>
            <a:r>
              <a:t>The laptop (agent) doesn't change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agent loop is IDENTICAL to Stage 2 and 3</a:t>
            </a:r>
          </a:p>
          <a:p>
            <a:pPr>
              <a:defRPr sz="1600"/>
            </a:pPr>
            <a:r>
              <a:t>Only WHERE the tool calls go changed:</a:t>
            </a:r>
          </a:p>
          <a:p>
            <a:pPr lvl="1">
              <a:defRPr sz="1600"/>
            </a:pPr>
            <a:r>
              <a:t>Stage 3: tool call → local Python function</a:t>
            </a:r>
          </a:p>
          <a:p>
            <a:pPr lvl="1">
              <a:defRPr sz="1600"/>
            </a:pPr>
            <a:r>
              <a:t>Stage 4: tool call → external MCP server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stage4_agent_mcp.py —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Connects to an MCP server (e.g. Atlassian)</a:t>
            </a:r>
          </a:p>
          <a:p>
            <a:pPr>
              <a:defRPr sz="1600"/>
            </a:pPr>
            <a:r>
              <a:t>Discovers tools dynamically at startup</a:t>
            </a:r>
          </a:p>
          <a:p>
            <a:pPr>
              <a:defRPr sz="1600"/>
            </a:pPr>
            <a:r>
              <a:t>The agent can now search Jira, create tickets, etc.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We didn't write those tools — the MCP server provides them</a:t>
            </a:r>
          </a:p>
          <a:p>
            <a:pPr>
              <a:defRPr sz="1600"/>
            </a:pPr>
            <a:r>
              <a:t>The agent loop code? Still the same while loop.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Real-World: MCP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Claude Code supports MCP natively — Jira, Slack, GitHub, databases</a:t>
            </a:r>
          </a:p>
          <a:p>
            <a:pPr>
              <a:defRPr sz="1600"/>
            </a:pPr>
            <a:r>
              <a:t>Cursor supports MCP too</a:t>
            </a:r>
          </a:p>
          <a:p>
            <a:pPr>
              <a:defRPr sz="1600"/>
            </a:pPr>
            <a:r>
              <a:t>1000+ community MCP servers (GitHub, Postgres, Notion, Figma...)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An MCP server is just a process speaking a JSON protocol</a:t>
            </a:r>
          </a:p>
          <a:p>
            <a:pPr>
              <a:defRPr sz="1600"/>
            </a:pPr>
            <a:r>
              <a:t>You could write one in ~50 lines of Python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Claude Desktop uses MCP for local files, Google Drive, Slack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Don't build tools INTO the agent.</a:t>
            </a:r>
          </a:p>
          <a:p>
            <a:r>
              <a:t>Build tools FOR agents.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 — Memory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Without memory, every turn is a first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Stage 3 (no memory):</a:t>
            </a:r>
          </a:p>
          <a:p>
            <a:pPr lvl="1">
              <a:defRPr sz="1600"/>
            </a:pPr>
            <a:r>
              <a:t>Turn 1: [system, user] → LLM          "My name is Cuong"</a:t>
            </a:r>
          </a:p>
          <a:p>
            <a:pPr lvl="1">
              <a:defRPr sz="1600"/>
            </a:pPr>
            <a:r>
              <a:t>Turn 2: [system, user] → LLM          "What's my name?" → Forgets!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Stage 5 (with memory):</a:t>
            </a:r>
          </a:p>
          <a:p>
            <a:pPr lvl="1">
              <a:defRPr sz="1600"/>
            </a:pPr>
            <a:r>
              <a:t>Turn 1: [system, user1] → LLM</a:t>
            </a:r>
          </a:p>
          <a:p>
            <a:pPr lvl="1">
              <a:defRPr sz="1600"/>
            </a:pPr>
            <a:r>
              <a:t>Turn 2: [system, user1, assistant1, user2] → LLM → Remembers!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"Memory" is just keeping the message list across turns.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stage5_agent_session.py —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The messages list PERSISTS across turns</a:t>
            </a:r>
          </a:p>
          <a:p>
            <a:pPr>
              <a:defRPr sz="1600"/>
            </a:pPr>
            <a:r>
              <a:t>Every user message, LLM response, tool call, and result — kept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Live demo:</a:t>
            </a:r>
          </a:p>
          <a:p>
            <a:pPr lvl="1">
              <a:defRPr sz="1600"/>
            </a:pPr>
            <a:r>
              <a:t>Stage 3: "My name is Cuong" → "What's my name?" → Forgets</a:t>
            </a:r>
          </a:p>
          <a:p>
            <a:pPr lvl="1">
              <a:defRPr sz="1600"/>
            </a:pPr>
            <a:r>
              <a:t>Stage 5: Same questions → Remembers!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Real-World: Memory Goes Much Deeper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Conversation memory — keep message history (our Stage 5)</a:t>
            </a:r>
          </a:p>
          <a:p>
            <a:pPr>
              <a:defRPr sz="1600"/>
            </a:pPr>
            <a:r>
              <a:t>Project context — load relevant files automatically (Cursor indexes codebase, Claude Code uses CLAUDE.md)</a:t>
            </a:r>
          </a:p>
          <a:p>
            <a:pPr>
              <a:defRPr sz="1600"/>
            </a:pPr>
            <a:r>
              <a:t>Persistent memory — remember across sessions (Claude Code memory files, ChatGPT memory)</a:t>
            </a:r>
          </a:p>
          <a:p>
            <a:pPr>
              <a:defRPr sz="1600"/>
            </a:pPr>
            <a:r>
              <a:t>RAG — search a knowledge base for relevant context (enterprise agents)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Interesting Facts: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Claude Code's context: 1M tokens (~750k words = entire Harry Potter series)</a:t>
            </a:r>
          </a:p>
          <a:p>
            <a:pPr>
              <a:defRPr sz="1600"/>
            </a:pPr>
            <a:r>
              <a:t>It still compresses old messages when conversations get long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Cursor indexes your codebase into embeddings for instant recall</a:t>
            </a:r>
          </a:p>
          <a:p>
            <a:pPr>
              <a:defRPr sz="1600"/>
            </a:pPr>
            <a:r>
              <a:t>ChatGPT memory = a text file of facts, injected into system prompt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hard problem isn't storing memory — it's deciding what to FORGET</a:t>
            </a:r>
          </a:p>
          <a:p>
            <a:pPr>
              <a:defRPr sz="1600"/>
            </a:pPr>
            <a:r>
              <a:t>Context windows have limits. Every token costs money.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Brain + Loop + Tools + Discovery + Memory</a:t>
            </a:r>
          </a:p>
          <a:p>
            <a:r>
              <a:t>= a full agent.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Full Picture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Architecture — All the pieces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Memory (messages) ←→ Agent Loop (while...) ←→ Tools (local + MCP)</a:t>
            </a:r>
          </a:p>
          <a:p>
            <a:pPr>
              <a:defRPr sz="1600"/>
            </a:pPr>
            <a:r>
              <a:t>                                    ↕</a:t>
            </a:r>
          </a:p>
          <a:p>
            <a:pPr>
              <a:defRPr sz="1600"/>
            </a:pPr>
            <a:r>
              <a:t>                              LLM (Brain)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We built this in ~200 lines of Python.</a:t>
            </a:r>
          </a:p>
          <a:p>
            <a:pPr>
              <a:defRPr sz="1600"/>
            </a:pPr>
            <a:r>
              <a:t>Claude Code, Cursor, Devin — they're this, plus engineering.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Cursor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ChatGPT / Devin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real AI agents implement this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defRPr sz="1300"/>
            </a:pPr>
            <a:r>
              <a:t>Brain: Claude</a:t>
            </a:r>
          </a:p>
          <a:p>
            <a:pPr>
              <a:defRPr sz="1300"/>
            </a:pPr>
            <a:r>
              <a:t>Loop: Yes</a:t>
            </a:r>
          </a:p>
          <a:p>
            <a:pPr>
              <a:defRPr sz="1300"/>
            </a:pPr>
            <a:r>
              <a:t>Tools: Read, Edit, Bash, Grep...</a:t>
            </a:r>
          </a:p>
          <a:p>
            <a:pPr>
              <a:defRPr sz="1300"/>
            </a:pPr>
            <a:r>
              <a:t>MCP: Supported</a:t>
            </a:r>
          </a:p>
          <a:p>
            <a:pPr>
              <a:defRPr sz="1300"/>
            </a:pPr>
            <a:r>
              <a:t>Memory: CLAUDE.md + memory files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21" sz="quarter"/>
          </p:nvPr>
        </p:nvSpPr>
        <p:spPr/>
        <p:txBody>
          <a:bodyPr/>
          <a:lstStyle/>
          <a:p>
            <a:pPr>
              <a:defRPr sz="1300"/>
            </a:pPr>
            <a:r>
              <a:t>Brain: Configurable (Claude, GPT...)</a:t>
            </a:r>
          </a:p>
          <a:p>
            <a:pPr>
              <a:defRPr sz="1300"/>
            </a:pPr>
            <a:r>
              <a:t>Loop: Yes + parallel tool calls</a:t>
            </a:r>
          </a:p>
          <a:p>
            <a:pPr>
              <a:defRPr sz="1300"/>
            </a:pPr>
            <a:r>
              <a:t>Tools: apply_diff, terminal...</a:t>
            </a:r>
          </a:p>
          <a:p>
            <a:pPr>
              <a:defRPr sz="1300"/>
            </a:pPr>
            <a:r>
              <a:t>MCP: Supported</a:t>
            </a:r>
          </a:p>
          <a:p>
            <a:pPr>
              <a:defRPr sz="1300"/>
            </a:pPr>
            <a:r>
              <a:t>Memory: Codebase indexing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22" sz="quarter"/>
          </p:nvPr>
        </p:nvSpPr>
        <p:spPr/>
        <p:txBody>
          <a:bodyPr/>
          <a:lstStyle/>
          <a:p>
            <a:pPr>
              <a:defRPr sz="1300"/>
            </a:pPr>
            <a:r>
              <a:t>Brain: GPT-4o / Multiple</a:t>
            </a:r>
          </a:p>
          <a:p>
            <a:pPr>
              <a:defRPr sz="1300"/>
            </a:pPr>
            <a:r>
              <a:t>Loop: Yes / Yes + planner</a:t>
            </a:r>
          </a:p>
          <a:p>
            <a:pPr>
              <a:defRPr sz="1300"/>
            </a:pPr>
            <a:r>
              <a:t>Tools: code interpreter, browsing</a:t>
            </a:r>
          </a:p>
          <a:p>
            <a:pPr>
              <a:defRPr sz="1300"/>
            </a:pPr>
            <a:r>
              <a:t>MCP: Not yet</a:t>
            </a:r>
          </a:p>
          <a:p>
            <a:pPr>
              <a:defRPr sz="1300"/>
            </a:pPr>
            <a:r>
              <a:t>Memory: Conversation + facts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Should You Build an Agent?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Probably not.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The agent loop is a SOLVED problem</a:t>
            </a:r>
          </a:p>
          <a:p>
            <a:pPr>
              <a:defRPr sz="1600"/>
            </a:pPr>
            <a:r>
              <a:t>Claude Code, Cursor, OpenAI Agents SDK, LangGraph — they all do it well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Building your own agent means rebuilding:</a:t>
            </a:r>
          </a:p>
          <a:p>
            <a:pPr lvl="1">
              <a:defRPr sz="1600"/>
            </a:pPr>
            <a:r>
              <a:t>The loop, permissions, error handling, memory</a:t>
            </a:r>
          </a:p>
          <a:p>
            <a:pPr lvl="1">
              <a:defRPr sz="1600"/>
            </a:pPr>
            <a:r>
              <a:t>Streaming, retry logic, context management, UI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loop is commodity infrastructure now.</a:t>
            </a:r>
          </a:p>
          <a:p>
            <a:pPr>
              <a:defRPr sz="1600"/>
            </a:pPr>
            <a:r>
              <a:t>Don't rebuild the engine. Build what goes on top.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Old thinking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New thinking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Trend: Build Skills, Not Agents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defRPr sz="1400"/>
            </a:pPr>
            <a:r>
              <a:t>"I'll build an agent from scratch for my use case"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Months of work</a:t>
            </a:r>
          </a:p>
          <a:p>
            <a:pPr>
              <a:defRPr sz="1400"/>
            </a:pPr>
            <a:r>
              <a:t>Maintain the loop, tools, memory yourself</a:t>
            </a:r>
          </a:p>
          <a:p>
            <a:pPr>
              <a:defRPr sz="1400"/>
            </a:pPr>
            <a:r>
              <a:t>Re-invent what already exists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1" sz="quarter"/>
          </p:nvPr>
        </p:nvSpPr>
        <p:spPr/>
        <p:txBody>
          <a:bodyPr/>
          <a:lstStyle/>
          <a:p>
            <a:pPr>
              <a:defRPr sz="1400"/>
            </a:pPr>
            <a:r>
              <a:t>"I'll build SKILLS that plug into existing agents"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MCP servers — your tools, your data</a:t>
            </a:r>
          </a:p>
          <a:p>
            <a:pPr>
              <a:defRPr sz="1400"/>
            </a:pPr>
            <a:r>
              <a:t>CLAUDE.md / .cursorrules — your conventions</a:t>
            </a:r>
          </a:p>
          <a:p>
            <a:pPr>
              <a:defRPr sz="1400"/>
            </a:pPr>
            <a:r>
              <a:t>Hooks — your workflows</a:t>
            </a:r>
          </a:p>
          <a:p>
            <a:pPr>
              <a:defRPr sz="1400"/>
            </a:pPr>
            <a:r>
              <a:t>Custom prompts — your expertise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'building skills'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defRPr sz="1600"/>
            </a:pPr>
            <a:r>
              <a:t>MCP servers — give agents access to YOUR systems (Jira, internal APIs, databases)</a:t>
            </a:r>
          </a:p>
          <a:p>
            <a:pPr>
              <a:defRPr sz="1600"/>
            </a:pPr>
            <a:r>
              <a:t>CLAUDE.md / .cursorrules — teach agents YOUR team's conventions</a:t>
            </a:r>
          </a:p>
          <a:p>
            <a:pPr>
              <a:defRPr sz="1600"/>
            </a:pPr>
            <a:r>
              <a:t>Hooks — automate workflows around agent actions</a:t>
            </a:r>
          </a:p>
          <a:p>
            <a:pPr>
              <a:defRPr sz="1600"/>
            </a:pPr>
            <a:r>
              <a:t>Custom prompts / slash commands — package expertise into reusable instructions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You don't build the car. You decide where to drive 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now understand the engine.</a:t>
            </a:r>
          </a:p>
          <a:p>
            <a:r>
              <a:t>Next topic: Agent Skills.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Sioux technologie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15D03"/>
      </a:accent1>
      <a:accent2>
        <a:srgbClr val="D6001C"/>
      </a:accent2>
      <a:accent3>
        <a:srgbClr val="70BF43"/>
      </a:accent3>
      <a:accent4>
        <a:srgbClr val="00AEEF"/>
      </a:accent4>
      <a:accent5>
        <a:srgbClr val="6CBAC7"/>
      </a:accent5>
      <a:accent6>
        <a:srgbClr val="D8DADB"/>
      </a:accent6>
      <a:hlink>
        <a:srgbClr val="F15D03"/>
      </a:hlink>
      <a:folHlink>
        <a:srgbClr val="00AEEF"/>
      </a:folHlink>
    </a:clrScheme>
    <a:fontScheme name="sioux">
      <a:majorFont>
        <a:latin typeface="Roboto Condensed SemiBol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DE34E158-6BBB-4D5F-B6A0-1FFE1CCBCB59}" vid="{077879CB-0A46-4515-997E-E409052C21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7F58E9308E1A4A9091ADAA86E33027" ma:contentTypeVersion="13" ma:contentTypeDescription="Create a new document." ma:contentTypeScope="" ma:versionID="254212853edfd362dcb08cad2f4b28a0">
  <xsd:schema xmlns:xsd="http://www.w3.org/2001/XMLSchema" xmlns:xs="http://www.w3.org/2001/XMLSchema" xmlns:p="http://schemas.microsoft.com/office/2006/metadata/properties" xmlns:ns2="2e244812-153b-4802-a808-fcc2421193af" xmlns:ns3="d936a088-9b0e-4c8a-8001-4d71b00f188a" targetNamespace="http://schemas.microsoft.com/office/2006/metadata/properties" ma:root="true" ma:fieldsID="b5f1f8c553e859b4bc68ee47246224e4" ns2:_="" ns3:_="">
    <xsd:import namespace="2e244812-153b-4802-a808-fcc2421193af"/>
    <xsd:import namespace="d936a088-9b0e-4c8a-8001-4d71b00f188a"/>
    <xsd:element name="properties">
      <xsd:complexType>
        <xsd:sequence>
          <xsd:element name="documentManagement">
            <xsd:complexType>
              <xsd:all>
                <xsd:element ref="ns2:MediaServiceSearchPropertie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244812-153b-4802-a808-fcc2421193af" elementFormDefault="qualified">
    <xsd:import namespace="http://schemas.microsoft.com/office/2006/documentManagement/types"/>
    <xsd:import namespace="http://schemas.microsoft.com/office/infopath/2007/PartnerControls"/>
    <xsd:element name="MediaServiceSearchProperties" ma:index="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137daaf-9a33-46f5-b529-e5fb6e2dad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36a088-9b0e-4c8a-8001-4d71b00f18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11ea816-8e96-4d12-b600-348ebaca663a}" ma:internalName="TaxCatchAll" ma:showField="CatchAllData" ma:web="d936a088-9b0e-4c8a-8001-4d71b00f18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e244812-153b-4802-a808-fcc2421193af">
      <Terms xmlns="http://schemas.microsoft.com/office/infopath/2007/PartnerControls"/>
    </lcf76f155ced4ddcb4097134ff3c332f>
    <TaxCatchAll xmlns="d936a088-9b0e-4c8a-8001-4d71b00f188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F201FD-FCAC-4D22-833F-57EE983F23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244812-153b-4802-a808-fcc2421193af"/>
    <ds:schemaRef ds:uri="d936a088-9b0e-4c8a-8001-4d71b00f18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65ABCE-7924-4F25-B15F-EB2F37C498B7}">
  <ds:schemaRefs>
    <ds:schemaRef ds:uri="http://schemas.microsoft.com/office/2006/metadata/properties"/>
    <ds:schemaRef ds:uri="http://schemas.microsoft.com/office/infopath/2007/PartnerControls"/>
    <ds:schemaRef ds:uri="2e244812-153b-4802-a808-fcc2421193af"/>
    <ds:schemaRef ds:uri="d936a088-9b0e-4c8a-8001-4d71b00f188a"/>
  </ds:schemaRefs>
</ds:datastoreItem>
</file>

<file path=customXml/itemProps3.xml><?xml version="1.0" encoding="utf-8"?>
<ds:datastoreItem xmlns:ds="http://schemas.openxmlformats.org/officeDocument/2006/customXml" ds:itemID="{F1AAEA9B-CC51-4644-9714-F912D46AC5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Roboto Condensed</vt:lpstr>
      <vt:lpstr>Roboto Condensed regular</vt:lpstr>
      <vt:lpstr>Wingdings</vt:lpstr>
      <vt:lpstr>Aptos</vt:lpstr>
      <vt:lpstr>Arial</vt:lpstr>
      <vt:lpstr>Roboto Condensed Black</vt:lpstr>
      <vt:lpstr>Roboto Condensed SemiBold</vt:lpstr>
      <vt:lpstr>Office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 Nguyen</dc:creator>
  <cp:lastModifiedBy>Han Nguyen</cp:lastModifiedBy>
  <cp:revision>1</cp:revision>
  <cp:lastPrinted>2025-11-13T21:09:53Z</cp:lastPrinted>
  <dcterms:created xsi:type="dcterms:W3CDTF">2026-01-27T02:47:57Z</dcterms:created>
  <dcterms:modified xsi:type="dcterms:W3CDTF">2026-01-27T02:48:27Z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495100</vt:r8>
  </property>
  <property fmtid="{D5CDD505-2E9C-101B-9397-08002B2CF9AE}" pid="3" name="ContentTypeId">
    <vt:lpwstr>0x0101003A7F58E9308E1A4A9091ADAA86E33027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MediaServiceImageTags">
    <vt:lpwstr/>
  </property>
</Properties>
</file>